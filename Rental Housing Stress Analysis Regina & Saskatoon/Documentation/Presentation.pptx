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3" r:id="rId1"/>
  </p:sldMasterIdLst>
  <p:notesMasterIdLst>
    <p:notesMasterId r:id="rId12"/>
  </p:notesMasterIdLst>
  <p:sldIdLst>
    <p:sldId id="256" r:id="rId2"/>
    <p:sldId id="257" r:id="rId3"/>
    <p:sldId id="297" r:id="rId4"/>
    <p:sldId id="258" r:id="rId5"/>
    <p:sldId id="299" r:id="rId6"/>
    <p:sldId id="304" r:id="rId7"/>
    <p:sldId id="300" r:id="rId8"/>
    <p:sldId id="306" r:id="rId9"/>
    <p:sldId id="305" r:id="rId10"/>
    <p:sldId id="303" r:id="rId11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13"/>
    </p:embeddedFont>
    <p:embeddedFont>
      <p:font typeface="Cambria Math" panose="02040503050406030204" pitchFamily="18" charset="0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Raleway" pitchFamily="2" charset="0"/>
      <p:regular r:id="rId19"/>
      <p:bold r:id="rId20"/>
      <p:italic r:id="rId21"/>
      <p:boldItalic r:id="rId22"/>
    </p:embeddedFont>
    <p:embeddedFont>
      <p:font typeface="Raleway Black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0768A1-578D-42BB-ABEB-094F79D63152}">
  <a:tblStyle styleId="{8E0768A1-578D-42BB-ABEB-094F79D631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09CDA5E-78FD-44BE-A7D3-5DACB81EDE4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2723" autoAdjust="0"/>
  </p:normalViewPr>
  <p:slideViewPr>
    <p:cSldViewPr snapToGrid="0">
      <p:cViewPr varScale="1">
        <p:scale>
          <a:sx n="70" d="100"/>
          <a:sy n="70" d="100"/>
        </p:scale>
        <p:origin x="1810" y="4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24035795cc3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24035795cc3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Good evening everyone,</a:t>
            </a:r>
            <a:br>
              <a:rPr lang="en-US" dirty="0"/>
            </a:br>
            <a:r>
              <a:rPr lang="en-US" dirty="0"/>
              <a:t>My name is </a:t>
            </a:r>
            <a:r>
              <a:rPr lang="en-US" b="1" dirty="0"/>
              <a:t>Shubham Gandhi</a:t>
            </a:r>
            <a:r>
              <a:rPr lang="en-US" dirty="0"/>
              <a:t>, and Today I’ll be presenting my project on </a:t>
            </a:r>
            <a:r>
              <a:rPr lang="en-US" i="1" dirty="0"/>
              <a:t>A Data-Driven Analysis of Rental Housing Stress in Regina and Saskatoon</a:t>
            </a:r>
            <a:r>
              <a:rPr lang="en-US" dirty="0"/>
              <a:t>.</a:t>
            </a:r>
          </a:p>
          <a:p>
            <a:pPr marL="158750" indent="0">
              <a:buNone/>
            </a:pPr>
            <a:endParaRPr lang="en-US" dirty="0"/>
          </a:p>
          <a:p>
            <a:r>
              <a:rPr lang="en-US" dirty="0"/>
              <a:t>First of all, thank you Dr. Hamilton for providing us this opportunity to present our work, in front of such great minds.</a:t>
            </a:r>
          </a:p>
          <a:p>
            <a:r>
              <a:rPr lang="en-US" dirty="0"/>
              <a:t>This project focuses on measuring and analyzing rental housing affordability using a structured, data-driven approach.”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In this presentation I will cover: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problem statement that encouraged to work on this topic</a:t>
            </a:r>
            <a:r>
              <a:rPr lang="en-US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Followed by</a:t>
            </a:r>
            <a:r>
              <a:rPr lang="en-US" b="1" dirty="0"/>
              <a:t> data sources</a:t>
            </a:r>
            <a:r>
              <a:rPr lang="en-US" dirty="0"/>
              <a:t> and </a:t>
            </a:r>
            <a:r>
              <a:rPr lang="en-US" b="1" dirty="0"/>
              <a:t>methodology</a:t>
            </a:r>
            <a:r>
              <a:rPr lang="en-US" dirty="0"/>
              <a:t>, used to accomplish this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Then after, I’ll briefly explain </a:t>
            </a:r>
            <a:r>
              <a:rPr lang="en-US" b="1" dirty="0"/>
              <a:t>housing stress Model</a:t>
            </a:r>
            <a:r>
              <a:rPr lang="en-US" b="0" dirty="0"/>
              <a:t>, and </a:t>
            </a:r>
            <a:r>
              <a:rPr lang="en-US" b="1" dirty="0"/>
              <a:t>risk classification </a:t>
            </a:r>
            <a:r>
              <a:rPr lang="en-US" b="0" dirty="0"/>
              <a:t>approach</a:t>
            </a:r>
            <a:r>
              <a:rPr lang="en-US" b="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After that, I will demonstrate the results and insights using </a:t>
            </a:r>
            <a:r>
              <a:rPr lang="en-US" b="1" dirty="0"/>
              <a:t>interactive dashboards</a:t>
            </a:r>
            <a:r>
              <a:rPr lang="en-US" b="0" dirty="0"/>
              <a:t>, 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Finally, conclude with future work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Rental Housing affordability is becoming a </a:t>
            </a:r>
            <a:r>
              <a:rPr lang="en-US" b="1" dirty="0"/>
              <a:t>major concern across Canadian cities.</a:t>
            </a:r>
            <a:endParaRPr lang="en-US" dirty="0"/>
          </a:p>
          <a:p>
            <a:r>
              <a:rPr lang="en-US" b="1" dirty="0"/>
              <a:t>rental costs are rising faster than household incomes</a:t>
            </a:r>
            <a:r>
              <a:rPr lang="en-US" dirty="0"/>
              <a:t>, which increases </a:t>
            </a:r>
            <a:r>
              <a:rPr lang="en-US" b="1" dirty="0"/>
              <a:t>financial pressure </a:t>
            </a:r>
            <a:r>
              <a:rPr lang="en-US" dirty="0"/>
              <a:t>on households.</a:t>
            </a:r>
          </a:p>
          <a:p>
            <a:r>
              <a:rPr lang="en-US" b="0" dirty="0"/>
              <a:t>Among all groups, single-person households are the most vulnerable, </a:t>
            </a:r>
            <a:r>
              <a:rPr lang="en-US" dirty="0"/>
              <a:t>but obviously they are dependent on a single income source.</a:t>
            </a:r>
          </a:p>
          <a:p>
            <a:pPr marL="158750" indent="0">
              <a:buNone/>
            </a:pPr>
            <a:r>
              <a:rPr lang="en-US" dirty="0"/>
              <a:t>(click)</a:t>
            </a:r>
          </a:p>
          <a:p>
            <a:pPr marL="457200" indent="-298450"/>
            <a:r>
              <a:rPr lang="en-US" b="0" dirty="0"/>
              <a:t>The key problem is</a:t>
            </a:r>
            <a:r>
              <a:rPr lang="en-US" b="1" dirty="0"/>
              <a:t>: policymakers often lack standardized, data-driven framework to measure housing stress</a:t>
            </a:r>
            <a:r>
              <a:rPr lang="en-US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(click)</a:t>
            </a:r>
          </a:p>
          <a:p>
            <a:r>
              <a:rPr lang="en-US" dirty="0"/>
              <a:t>So the </a:t>
            </a:r>
            <a:r>
              <a:rPr lang="en-US" b="1" dirty="0"/>
              <a:t>goal of this project</a:t>
            </a:r>
            <a:r>
              <a:rPr lang="en-US" dirty="0"/>
              <a:t>, is to develop a </a:t>
            </a:r>
            <a:r>
              <a:rPr lang="en-US" b="1" dirty="0"/>
              <a:t>Housing stress score model and classify zones into different risk levels. </a:t>
            </a:r>
            <a:r>
              <a:rPr lang="en-US" b="0" dirty="0"/>
              <a:t>This allows reliable</a:t>
            </a:r>
            <a:r>
              <a:rPr lang="en-US" b="1" dirty="0"/>
              <a:t> </a:t>
            </a:r>
            <a:r>
              <a:rPr lang="en-US" dirty="0"/>
              <a:t>decision making for policymakers and urban planners.</a:t>
            </a:r>
          </a:p>
          <a:p>
            <a:pPr marL="15875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12153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project uses 3 main data sources: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b="1" dirty="0"/>
              <a:t>CMHC Rental Market Data</a:t>
            </a:r>
            <a:r>
              <a:rPr lang="en-US" dirty="0"/>
              <a:t>, from which I retrieved all rental based information such as avg monthly rent, vacancy rates and no of </a:t>
            </a:r>
            <a:r>
              <a:rPr lang="en-US" dirty="0" err="1"/>
              <a:t>apts</a:t>
            </a:r>
            <a:r>
              <a:rPr lang="en-US" dirty="0"/>
              <a:t> 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b="1" dirty="0"/>
              <a:t>Census data, </a:t>
            </a:r>
            <a:r>
              <a:rPr lang="en-US" b="0" dirty="0"/>
              <a:t>from where I income specific metrices.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b="0" dirty="0"/>
              <a:t>Since income data was only available for these census years: 2011, 2015 and 2020, I estimated the data for the remaining years using provincial income growth rates from </a:t>
            </a:r>
            <a:r>
              <a:rPr lang="en-US" b="1" dirty="0"/>
              <a:t>Statistics Canada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Click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This results in an overall dataset range from 2011 to 2023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Click</a:t>
            </a:r>
            <a:endParaRPr lang="en-CA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="0" dirty="0"/>
              <a:t>This analysis focuses on 2 cities – Regina, and Saskatoon – at the CMA level</a:t>
            </a:r>
            <a:r>
              <a:rPr lang="en-US" b="1" dirty="0"/>
              <a:t>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Step 1: Collect rental and income data, and performing data preparation</a:t>
            </a:r>
          </a:p>
          <a:p>
            <a:pPr marL="158750" indent="0">
              <a:buNone/>
            </a:pPr>
            <a:br>
              <a:rPr lang="en-US" dirty="0"/>
            </a:br>
            <a:r>
              <a:rPr lang="en-US" dirty="0"/>
              <a:t>Step 2: Integrate income data across years.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Step 3: focuses on complete data integration and feature engineering.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Step 4: involves developing the housing stress model, performing risk classification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Step 5: finally I have used Power BI dashboards, for showcasing my results and insights.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78970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The housing stress score is calculated using 4 engineered features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These includes:</a:t>
            </a:r>
          </a:p>
          <a:p>
            <a:pPr marL="457200" indent="-298450"/>
            <a:r>
              <a:rPr lang="en-US" dirty="0"/>
              <a:t>RTI = Rent-to-Income Ratio</a:t>
            </a:r>
          </a:p>
          <a:p>
            <a:pPr marL="457200" indent="-298450"/>
            <a:r>
              <a:rPr lang="en-US" dirty="0"/>
              <a:t>SPV = Single-person vulnerability</a:t>
            </a:r>
          </a:p>
          <a:p>
            <a:pPr marL="457200" indent="-298450"/>
            <a:r>
              <a:rPr lang="en-US" dirty="0"/>
              <a:t>II = Income Inequality</a:t>
            </a:r>
          </a:p>
          <a:p>
            <a:pPr marL="457200" indent="-298450"/>
            <a:r>
              <a:rPr lang="en-US" dirty="0"/>
              <a:t>TI = Tax impact</a:t>
            </a:r>
            <a:endParaRPr lang="en-CA" dirty="0"/>
          </a:p>
          <a:p>
            <a:pPr marL="158750" indent="0">
              <a:buNone/>
            </a:pPr>
            <a:r>
              <a:rPr lang="en-CA" dirty="0"/>
              <a:t>All these mentioned features are normalized using min-max normalization technique, to bring them all on a same scale</a:t>
            </a:r>
          </a:p>
          <a:p>
            <a:pPr marL="158750" indent="0">
              <a:buNone/>
            </a:pPr>
            <a:r>
              <a:rPr lang="en-CA" dirty="0"/>
              <a:t>click</a:t>
            </a:r>
          </a:p>
          <a:p>
            <a:pPr marL="158750" indent="0">
              <a:buNone/>
            </a:pPr>
            <a:r>
              <a:rPr lang="en-CA" dirty="0"/>
              <a:t>The final Stress Score is a weighted sum, where higher values indicate greater stress.</a:t>
            </a:r>
          </a:p>
          <a:p>
            <a:pPr marL="158750" indent="0">
              <a:buNone/>
            </a:pPr>
            <a:r>
              <a:rPr lang="en-CA" dirty="0"/>
              <a:t>This approach ensures that all relevant economic factors are considered together rather than relying on a single metric.</a:t>
            </a:r>
          </a:p>
        </p:txBody>
      </p:sp>
    </p:spTree>
    <p:extLst>
      <p:ext uri="{BB962C8B-B14F-4D97-AF65-F5344CB8AC3E}">
        <p14:creationId xmlns:p14="http://schemas.microsoft.com/office/powerpoint/2010/main" val="1768319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Based on the housing stress score computed, each zone is classified into three risk categories: Low, Medium, and High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These categories are defined using thresholds:</a:t>
            </a:r>
          </a:p>
          <a:p>
            <a:pPr marL="457200" indent="-298450"/>
            <a:r>
              <a:rPr lang="en-CA" dirty="0"/>
              <a:t>Low risk: if the stress score is less than or equal to 0.37</a:t>
            </a:r>
          </a:p>
          <a:p>
            <a:pPr marL="457200" indent="-298450"/>
            <a:r>
              <a:rPr lang="en-CA" dirty="0"/>
              <a:t>Medium risk: if the score is between 0.38 to 0.52</a:t>
            </a:r>
          </a:p>
          <a:p>
            <a:pPr marL="457200" indent="-298450"/>
            <a:r>
              <a:rPr lang="en-CA" dirty="0"/>
              <a:t>High risk: if the stress exceeds: 0.52</a:t>
            </a:r>
          </a:p>
          <a:p>
            <a:pPr marL="457200" indent="-298450"/>
            <a:endParaRPr lang="en-CA" dirty="0"/>
          </a:p>
          <a:p>
            <a:pPr marL="158750" indent="0">
              <a:buNone/>
            </a:pPr>
            <a:r>
              <a:rPr lang="en-US" dirty="0"/>
              <a:t>The chart shows that the distribution is balanced across categories, which ensures fair comparison across zones.</a:t>
            </a:r>
            <a:endParaRPr lang="en-CA" dirty="0"/>
          </a:p>
          <a:p>
            <a:pPr marL="158750" indent="0">
              <a:buNone/>
            </a:pPr>
            <a:endParaRPr lang="en-CA" dirty="0"/>
          </a:p>
          <a:p>
            <a:pPr marL="15875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4542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Now we are equipped with almost all essential </a:t>
            </a:r>
            <a:r>
              <a:rPr lang="en-US"/>
              <a:t>information which require us </a:t>
            </a:r>
            <a:r>
              <a:rPr lang="en-US" dirty="0"/>
              <a:t>to understand the dashboards in a more meaningful way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92555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This project has a strong potential and planning to take this project to the next level.</a:t>
            </a:r>
          </a:p>
          <a:p>
            <a:pPr marL="158750" indent="0">
              <a:buNone/>
            </a:pPr>
            <a:endParaRPr lang="en-US" dirty="0"/>
          </a:p>
          <a:p>
            <a:pPr marL="387350" indent="-228600">
              <a:buAutoNum type="arabicPeriod"/>
            </a:pPr>
            <a:r>
              <a:rPr lang="en-US" dirty="0"/>
              <a:t>read: </a:t>
            </a:r>
          </a:p>
          <a:p>
            <a:pPr marL="457200" indent="-298450"/>
            <a:r>
              <a:rPr lang="en-US" dirty="0"/>
              <a:t>right now, the project covered only </a:t>
            </a:r>
            <a:r>
              <a:rPr lang="en-US" dirty="0" err="1"/>
              <a:t>regina</a:t>
            </a:r>
            <a:r>
              <a:rPr lang="en-US" dirty="0"/>
              <a:t> and saskatoon, but planning to cover entire province, and eventually whole country.</a:t>
            </a:r>
          </a:p>
          <a:p>
            <a:pPr marL="457200" indent="-298450"/>
            <a:endParaRPr lang="en-US" dirty="0"/>
          </a:p>
          <a:p>
            <a:pPr marL="158750" indent="0">
              <a:buNone/>
            </a:pPr>
            <a:r>
              <a:rPr lang="en-US" dirty="0"/>
              <a:t>2. read:</a:t>
            </a:r>
          </a:p>
          <a:p>
            <a:pPr marL="457200" indent="-298450"/>
            <a:r>
              <a:rPr lang="en-US" dirty="0"/>
              <a:t>inflation/cost of living, employment rates, migration trends</a:t>
            </a:r>
          </a:p>
          <a:p>
            <a:pPr marL="457200" indent="-298450"/>
            <a:endParaRPr lang="en-US" dirty="0"/>
          </a:p>
          <a:p>
            <a:pPr marL="158750" indent="0">
              <a:buNone/>
            </a:pPr>
            <a:r>
              <a:rPr lang="en-US" dirty="0"/>
              <a:t>3. Read</a:t>
            </a:r>
          </a:p>
          <a:p>
            <a:pPr marL="457200" indent="-298450"/>
            <a:r>
              <a:rPr lang="en-US" dirty="0"/>
              <a:t>Connecting with live data sources, enabling continuous monitoring for policymakers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4. Read</a:t>
            </a:r>
          </a:p>
          <a:p>
            <a:pPr marL="457200" indent="-298450"/>
            <a:r>
              <a:rPr lang="en-US" dirty="0"/>
              <a:t>Rent control</a:t>
            </a:r>
          </a:p>
          <a:p>
            <a:pPr marL="457200" indent="-298450"/>
            <a:r>
              <a:rPr lang="en-US" dirty="0"/>
              <a:t>Income subsidies</a:t>
            </a:r>
          </a:p>
          <a:p>
            <a:pPr marL="457200" indent="-298450"/>
            <a:r>
              <a:rPr lang="en-US" dirty="0"/>
              <a:t>Housing supply changes</a:t>
            </a:r>
          </a:p>
          <a:p>
            <a:pPr marL="457200" indent="-298450"/>
            <a:endParaRPr lang="en-US" dirty="0"/>
          </a:p>
          <a:p>
            <a:pPr marL="158750" indent="0">
              <a:buNone/>
            </a:pPr>
            <a:r>
              <a:rPr lang="en-US" dirty="0"/>
              <a:t> 5. Read</a:t>
            </a:r>
          </a:p>
          <a:p>
            <a:pPr marL="457200" indent="-298450"/>
            <a:r>
              <a:rPr lang="en-US" dirty="0"/>
              <a:t>Weight optimization techniques instead of fixed weights</a:t>
            </a:r>
          </a:p>
        </p:txBody>
      </p:sp>
    </p:spTree>
    <p:extLst>
      <p:ext uri="{BB962C8B-B14F-4D97-AF65-F5344CB8AC3E}">
        <p14:creationId xmlns:p14="http://schemas.microsoft.com/office/powerpoint/2010/main" val="2778097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59948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225" y="604100"/>
            <a:ext cx="4518600" cy="313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500" b="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633175"/>
            <a:ext cx="4518600" cy="4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505850" y="-9175"/>
            <a:ext cx="0" cy="5165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2;p2"/>
          <p:cNvSpPr/>
          <p:nvPr/>
        </p:nvSpPr>
        <p:spPr>
          <a:xfrm>
            <a:off x="375950" y="0"/>
            <a:ext cx="259800" cy="35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 b="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22" name="Google Shape;22;p4"/>
          <p:cNvGrpSpPr/>
          <p:nvPr/>
        </p:nvGrpSpPr>
        <p:grpSpPr>
          <a:xfrm>
            <a:off x="8253109" y="563123"/>
            <a:ext cx="1416256" cy="652339"/>
            <a:chOff x="8259609" y="727348"/>
            <a:chExt cx="1416256" cy="652339"/>
          </a:xfrm>
        </p:grpSpPr>
        <p:sp>
          <p:nvSpPr>
            <p:cNvPr id="23" name="Google Shape;23;p4"/>
            <p:cNvSpPr/>
            <p:nvPr/>
          </p:nvSpPr>
          <p:spPr>
            <a:xfrm>
              <a:off x="8259609" y="1218342"/>
              <a:ext cx="602060" cy="161345"/>
            </a:xfrm>
            <a:custGeom>
              <a:avLst/>
              <a:gdLst/>
              <a:ahLst/>
              <a:cxnLst/>
              <a:rect l="l" t="t" r="r" b="b"/>
              <a:pathLst>
                <a:path w="15093" h="4045" extrusionOk="0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8697876" y="727348"/>
              <a:ext cx="977989" cy="262775"/>
            </a:xfrm>
            <a:custGeom>
              <a:avLst/>
              <a:gdLst/>
              <a:ahLst/>
              <a:cxnLst/>
              <a:rect l="l" t="t" r="r" b="b"/>
              <a:pathLst>
                <a:path w="13744" h="3693" extrusionOk="0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4"/>
          <p:cNvGrpSpPr/>
          <p:nvPr/>
        </p:nvGrpSpPr>
        <p:grpSpPr>
          <a:xfrm>
            <a:off x="7406032" y="3765300"/>
            <a:ext cx="1899385" cy="2709266"/>
            <a:chOff x="7406032" y="3765300"/>
            <a:chExt cx="1899385" cy="2709266"/>
          </a:xfrm>
        </p:grpSpPr>
        <p:sp>
          <p:nvSpPr>
            <p:cNvPr id="26" name="Google Shape;26;p4"/>
            <p:cNvSpPr/>
            <p:nvPr/>
          </p:nvSpPr>
          <p:spPr>
            <a:xfrm>
              <a:off x="8532661" y="3765300"/>
              <a:ext cx="363955" cy="503182"/>
            </a:xfrm>
            <a:custGeom>
              <a:avLst/>
              <a:gdLst/>
              <a:ahLst/>
              <a:cxnLst/>
              <a:rect l="l" t="t" r="r" b="b"/>
              <a:pathLst>
                <a:path w="12864" h="17785" extrusionOk="0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dist="142875" dir="8280000" algn="bl" rotWithShape="0">
                <a:schemeClr val="dk1">
                  <a:alpha val="2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" name="Google Shape;27;p4"/>
            <p:cNvGrpSpPr/>
            <p:nvPr/>
          </p:nvGrpSpPr>
          <p:grpSpPr>
            <a:xfrm>
              <a:off x="7406032" y="4900355"/>
              <a:ext cx="943279" cy="769683"/>
              <a:chOff x="6073689" y="3577056"/>
              <a:chExt cx="1265807" cy="1032855"/>
            </a:xfrm>
          </p:grpSpPr>
          <p:sp>
            <p:nvSpPr>
              <p:cNvPr id="28" name="Google Shape;28;p4"/>
              <p:cNvSpPr/>
              <p:nvPr/>
            </p:nvSpPr>
            <p:spPr>
              <a:xfrm>
                <a:off x="6073689" y="3695000"/>
                <a:ext cx="737887" cy="796955"/>
              </a:xfrm>
              <a:custGeom>
                <a:avLst/>
                <a:gdLst/>
                <a:ahLst/>
                <a:cxnLst/>
                <a:rect l="l" t="t" r="r" b="b"/>
                <a:pathLst>
                  <a:path w="3960" h="4277" extrusionOk="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avLst/>
                <a:gdLst/>
                <a:ahLst/>
                <a:cxnLst/>
                <a:rect l="l" t="t" r="r" b="b"/>
                <a:pathLst>
                  <a:path w="5163" h="5543" extrusionOk="0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4"/>
            <p:cNvGrpSpPr/>
            <p:nvPr/>
          </p:nvGrpSpPr>
          <p:grpSpPr>
            <a:xfrm>
              <a:off x="8141832" y="4466220"/>
              <a:ext cx="1163585" cy="2008346"/>
              <a:chOff x="4537475" y="1366675"/>
              <a:chExt cx="1878265" cy="3241882"/>
            </a:xfrm>
          </p:grpSpPr>
          <p:sp>
            <p:nvSpPr>
              <p:cNvPr id="31" name="Google Shape;31;p4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avLst/>
                <a:gdLst/>
                <a:ahLst/>
                <a:cxnLst/>
                <a:rect l="l" t="t" r="r" b="b"/>
                <a:pathLst>
                  <a:path w="24117" h="2463" extrusionOk="0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avLst/>
                <a:gdLst/>
                <a:ahLst/>
                <a:cxnLst/>
                <a:rect l="l" t="t" r="r" b="b"/>
                <a:pathLst>
                  <a:path w="8236" h="2463" extrusionOk="0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avLst/>
                <a:gdLst/>
                <a:ahLst/>
                <a:cxnLst/>
                <a:rect l="l" t="t" r="r" b="b"/>
                <a:pathLst>
                  <a:path w="7006" h="51609" extrusionOk="0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avLst/>
                <a:gdLst/>
                <a:ahLst/>
                <a:cxnLst/>
                <a:rect l="l" t="t" r="r" b="b"/>
                <a:pathLst>
                  <a:path w="2639" h="5923" extrusionOk="0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avLst/>
                <a:gdLst/>
                <a:ahLst/>
                <a:cxnLst/>
                <a:rect l="l" t="t" r="r" b="b"/>
                <a:pathLst>
                  <a:path w="2639" h="5894" extrusionOk="0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1609" extrusionOk="0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avLst/>
                <a:gdLst/>
                <a:ahLst/>
                <a:cxnLst/>
                <a:rect l="l" t="t" r="r" b="b"/>
                <a:pathLst>
                  <a:path w="8321" h="1611" extrusionOk="0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avLst/>
                <a:gdLst/>
                <a:ahLst/>
                <a:cxnLst/>
                <a:rect l="l" t="t" r="r" b="b"/>
                <a:pathLst>
                  <a:path w="5417" h="5480" extrusionOk="0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avLst/>
                <a:gdLst/>
                <a:ahLst/>
                <a:cxnLst/>
                <a:rect l="l" t="t" r="r" b="b"/>
                <a:pathLst>
                  <a:path w="4889" h="5480" extrusionOk="0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684" extrusionOk="0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avLst/>
                <a:gdLst/>
                <a:ahLst/>
                <a:cxnLst/>
                <a:rect l="l" t="t" r="r" b="b"/>
                <a:pathLst>
                  <a:path w="7006" h="5684" extrusionOk="0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avLst/>
                <a:gdLst/>
                <a:ahLst/>
                <a:cxnLst/>
                <a:rect l="l" t="t" r="r" b="b"/>
                <a:pathLst>
                  <a:path w="5417" h="5452" extrusionOk="0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avLst/>
                <a:gdLst/>
                <a:ahLst/>
                <a:cxnLst/>
                <a:rect l="l" t="t" r="r" b="b"/>
                <a:pathLst>
                  <a:path w="4889" h="5452" extrusionOk="0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avLst/>
                <a:gdLst/>
                <a:ahLst/>
                <a:cxnLst/>
                <a:rect l="l" t="t" r="r" b="b"/>
                <a:pathLst>
                  <a:path w="5417" h="2083" extrusionOk="0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5480" extrusionOk="0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avLst/>
                <a:gdLst/>
                <a:ahLst/>
                <a:cxnLst/>
                <a:rect l="l" t="t" r="r" b="b"/>
                <a:pathLst>
                  <a:path w="5009" h="5480" extrusionOk="0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5452" extrusionOk="0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avLst/>
                <a:gdLst/>
                <a:ahLst/>
                <a:cxnLst/>
                <a:rect l="l" t="t" r="r" b="b"/>
                <a:pathLst>
                  <a:path w="5009" h="5452" extrusionOk="0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2083" extrusionOk="0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avLst/>
                <a:gdLst/>
                <a:ahLst/>
                <a:cxnLst/>
                <a:rect l="l" t="t" r="r" b="b"/>
                <a:pathLst>
                  <a:path w="31445" h="2203" extrusionOk="0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avLst/>
                <a:gdLst/>
                <a:ahLst/>
                <a:cxnLst/>
                <a:rect l="l" t="t" r="r" b="b"/>
                <a:pathLst>
                  <a:path w="7357" h="2203" extrusionOk="0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avLst/>
                <a:gdLst/>
                <a:ahLst/>
                <a:cxnLst/>
                <a:rect l="l" t="t" r="r" b="b"/>
                <a:pathLst>
                  <a:path w="7849" h="13159" extrusionOk="0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avLst/>
                <a:gdLst/>
                <a:ahLst/>
                <a:cxnLst/>
                <a:rect l="l" t="t" r="r" b="b"/>
                <a:pathLst>
                  <a:path w="6886" h="13159" extrusionOk="0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avLst/>
                <a:gdLst/>
                <a:ahLst/>
                <a:cxnLst/>
                <a:rect l="l" t="t" r="r" b="b"/>
                <a:pathLst>
                  <a:path w="4101" h="1731" extrusionOk="0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avLst/>
                <a:gdLst/>
                <a:ahLst/>
                <a:cxnLst/>
                <a:rect l="l" t="t" r="r" b="b"/>
                <a:pathLst>
                  <a:path w="9087" h="1232" extrusionOk="0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4481" extrusionOk="0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1492" extrusionOk="0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avLst/>
                <a:gdLst/>
                <a:ahLst/>
                <a:cxnLst/>
                <a:rect l="l" t="t" r="r" b="b"/>
                <a:pathLst>
                  <a:path w="6450" h="1435" extrusionOk="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avLst/>
                <a:gdLst/>
                <a:ahLst/>
                <a:cxnLst/>
                <a:rect l="l" t="t" r="r" b="b"/>
                <a:pathLst>
                  <a:path w="6802" h="1556" extrusionOk="0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1316" extrusionOk="0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859" extrusionOk="0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831" extrusionOk="0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avLst/>
                <a:gdLst/>
                <a:ahLst/>
                <a:cxnLst/>
                <a:rect l="l" t="t" r="r" b="b"/>
                <a:pathLst>
                  <a:path w="24265" h="1611" extrusionOk="0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1731" extrusionOk="0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avLst/>
                <a:gdLst/>
                <a:ahLst/>
                <a:cxnLst/>
                <a:rect l="l" t="t" r="r" b="b"/>
                <a:pathLst>
                  <a:path w="5417" h="1731" extrusionOk="0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70" name="Google Shape;70;p4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4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8" name="Google Shape;168;p6"/>
          <p:cNvGrpSpPr/>
          <p:nvPr/>
        </p:nvGrpSpPr>
        <p:grpSpPr>
          <a:xfrm>
            <a:off x="-241074" y="817073"/>
            <a:ext cx="1072567" cy="683214"/>
            <a:chOff x="8353776" y="696473"/>
            <a:chExt cx="1072567" cy="683214"/>
          </a:xfrm>
        </p:grpSpPr>
        <p:sp>
          <p:nvSpPr>
            <p:cNvPr id="169" name="Google Shape;169;p6"/>
            <p:cNvSpPr/>
            <p:nvPr/>
          </p:nvSpPr>
          <p:spPr>
            <a:xfrm>
              <a:off x="8824284" y="1218342"/>
              <a:ext cx="602060" cy="161345"/>
            </a:xfrm>
            <a:custGeom>
              <a:avLst/>
              <a:gdLst/>
              <a:ahLst/>
              <a:cxnLst/>
              <a:rect l="l" t="t" r="r" b="b"/>
              <a:pathLst>
                <a:path w="15093" h="4045" extrusionOk="0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8353776" y="696473"/>
              <a:ext cx="977989" cy="262775"/>
            </a:xfrm>
            <a:custGeom>
              <a:avLst/>
              <a:gdLst/>
              <a:ahLst/>
              <a:cxnLst/>
              <a:rect l="l" t="t" r="r" b="b"/>
              <a:pathLst>
                <a:path w="13744" h="3693" extrusionOk="0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6"/>
          <p:cNvGrpSpPr/>
          <p:nvPr/>
        </p:nvGrpSpPr>
        <p:grpSpPr>
          <a:xfrm>
            <a:off x="7001072" y="3676475"/>
            <a:ext cx="2275289" cy="2787708"/>
            <a:chOff x="7001072" y="3676475"/>
            <a:chExt cx="2275289" cy="2787708"/>
          </a:xfrm>
        </p:grpSpPr>
        <p:grpSp>
          <p:nvGrpSpPr>
            <p:cNvPr id="172" name="Google Shape;172;p6"/>
            <p:cNvGrpSpPr/>
            <p:nvPr/>
          </p:nvGrpSpPr>
          <p:grpSpPr>
            <a:xfrm>
              <a:off x="8137597" y="4364955"/>
              <a:ext cx="1138764" cy="1855677"/>
              <a:chOff x="525125" y="1486050"/>
              <a:chExt cx="2124163" cy="3461439"/>
            </a:xfrm>
          </p:grpSpPr>
          <p:sp>
            <p:nvSpPr>
              <p:cNvPr id="173" name="Google Shape;173;p6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avLst/>
                <a:gdLst/>
                <a:ahLst/>
                <a:cxnLst/>
                <a:rect l="l" t="t" r="r" b="b"/>
                <a:pathLst>
                  <a:path w="7005" h="50379" extrusionOk="0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6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5923" extrusionOk="0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6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852" h="5859" extrusionOk="0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6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1609" extrusionOk="0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6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5480" extrusionOk="0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6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4896" h="5480" extrusionOk="0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6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684" extrusionOk="0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6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avLst/>
                <a:gdLst/>
                <a:ahLst/>
                <a:cxnLst/>
                <a:rect l="l" t="t" r="r" b="b"/>
                <a:pathLst>
                  <a:path w="7005" h="5684" extrusionOk="0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6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5395" h="5480" extrusionOk="0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4987" h="5480" extrusionOk="0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6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avLst/>
                <a:gdLst/>
                <a:ahLst/>
                <a:cxnLst/>
                <a:rect l="l" t="t" r="r" b="b"/>
                <a:pathLst>
                  <a:path w="31973" h="2203" extrusionOk="0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6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avLst/>
                <a:gdLst/>
                <a:ahLst/>
                <a:cxnLst/>
                <a:rect l="l" t="t" r="r" b="b"/>
                <a:pathLst>
                  <a:path w="7386" h="2203" extrusionOk="0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6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avLst/>
                <a:gdLst/>
                <a:ahLst/>
                <a:cxnLst/>
                <a:rect l="l" t="t" r="r" b="b"/>
                <a:pathLst>
                  <a:path w="7850" h="13159" extrusionOk="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6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avLst/>
                <a:gdLst/>
                <a:ahLst/>
                <a:cxnLst/>
                <a:rect l="l" t="t" r="r" b="b"/>
                <a:pathLst>
                  <a:path w="6914" h="13159" extrusionOk="0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6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4657" h="1731" extrusionOk="0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6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1731" extrusionOk="0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6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avLst/>
                <a:gdLst/>
                <a:ahLst/>
                <a:cxnLst/>
                <a:rect l="l" t="t" r="r" b="b"/>
                <a:pathLst>
                  <a:path w="9059" h="1232" extrusionOk="0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6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4481" extrusionOk="0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6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1492" extrusionOk="0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6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avLst/>
                <a:gdLst/>
                <a:ahLst/>
                <a:cxnLst/>
                <a:rect l="l" t="t" r="r" b="b"/>
                <a:pathLst>
                  <a:path w="6450" h="1435" extrusionOk="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6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avLst/>
                <a:gdLst/>
                <a:ahLst/>
                <a:cxnLst/>
                <a:rect l="l" t="t" r="r" b="b"/>
                <a:pathLst>
                  <a:path w="6802" h="1556" extrusionOk="0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6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avLst/>
                <a:gdLst/>
                <a:ahLst/>
                <a:cxnLst/>
                <a:rect l="l" t="t" r="r" b="b"/>
                <a:pathLst>
                  <a:path w="1316" h="1316" extrusionOk="0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6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591" h="5859" extrusionOk="0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6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5916" extrusionOk="0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6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852" h="5859" extrusionOk="0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6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591" h="5859" extrusionOk="0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5395" h="1731" extrusionOk="0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avLst/>
                <a:gdLst/>
                <a:ahLst/>
                <a:cxnLst/>
                <a:rect l="l" t="t" r="r" b="b"/>
                <a:pathLst>
                  <a:path w="6534" h="1499" extrusionOk="0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6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1731" extrusionOk="0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avLst/>
                <a:gdLst/>
                <a:ahLst/>
                <a:cxnLst/>
                <a:rect l="l" t="t" r="r" b="b"/>
                <a:pathLst>
                  <a:path w="32029" h="11662" extrusionOk="0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avLst/>
                <a:gdLst/>
                <a:ahLst/>
                <a:cxnLst/>
                <a:rect l="l" t="t" r="r" b="b"/>
                <a:pathLst>
                  <a:path w="32029" h="11662" extrusionOk="0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avLst/>
                <a:gdLst/>
                <a:ahLst/>
                <a:cxnLst/>
                <a:rect l="l" t="t" r="r" b="b"/>
                <a:pathLst>
                  <a:path w="27894" h="10818" extrusionOk="0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avLst/>
                <a:gdLst/>
                <a:ahLst/>
                <a:cxnLst/>
                <a:rect l="l" t="t" r="r" b="b"/>
                <a:pathLst>
                  <a:path w="4045" h="10255" extrusionOk="0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7" name="Google Shape;207;p6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08" name="Google Shape;208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0" name="Google Shape;210;p6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11" name="Google Shape;211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3" name="Google Shape;213;p6"/>
            <p:cNvGrpSpPr/>
            <p:nvPr/>
          </p:nvGrpSpPr>
          <p:grpSpPr>
            <a:xfrm>
              <a:off x="7001072" y="4608505"/>
              <a:ext cx="1138764" cy="1855677"/>
              <a:chOff x="525125" y="1486050"/>
              <a:chExt cx="2124163" cy="3461439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avLst/>
                <a:gdLst/>
                <a:ahLst/>
                <a:cxnLst/>
                <a:rect l="l" t="t" r="r" b="b"/>
                <a:pathLst>
                  <a:path w="7005" h="50379" extrusionOk="0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5923" extrusionOk="0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852" h="5859" extrusionOk="0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1609" extrusionOk="0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5480" extrusionOk="0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4896" h="5480" extrusionOk="0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684" extrusionOk="0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avLst/>
                <a:gdLst/>
                <a:ahLst/>
                <a:cxnLst/>
                <a:rect l="l" t="t" r="r" b="b"/>
                <a:pathLst>
                  <a:path w="7005" h="5684" extrusionOk="0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5395" h="5480" extrusionOk="0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4987" h="5480" extrusionOk="0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avLst/>
                <a:gdLst/>
                <a:ahLst/>
                <a:cxnLst/>
                <a:rect l="l" t="t" r="r" b="b"/>
                <a:pathLst>
                  <a:path w="31973" h="2203" extrusionOk="0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avLst/>
                <a:gdLst/>
                <a:ahLst/>
                <a:cxnLst/>
                <a:rect l="l" t="t" r="r" b="b"/>
                <a:pathLst>
                  <a:path w="7386" h="2203" extrusionOk="0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avLst/>
                <a:gdLst/>
                <a:ahLst/>
                <a:cxnLst/>
                <a:rect l="l" t="t" r="r" b="b"/>
                <a:pathLst>
                  <a:path w="7850" h="13159" extrusionOk="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avLst/>
                <a:gdLst/>
                <a:ahLst/>
                <a:cxnLst/>
                <a:rect l="l" t="t" r="r" b="b"/>
                <a:pathLst>
                  <a:path w="6914" h="13159" extrusionOk="0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4657" h="1731" extrusionOk="0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1731" extrusionOk="0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avLst/>
                <a:gdLst/>
                <a:ahLst/>
                <a:cxnLst/>
                <a:rect l="l" t="t" r="r" b="b"/>
                <a:pathLst>
                  <a:path w="9059" h="1232" extrusionOk="0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4481" extrusionOk="0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1492" extrusionOk="0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avLst/>
                <a:gdLst/>
                <a:ahLst/>
                <a:cxnLst/>
                <a:rect l="l" t="t" r="r" b="b"/>
                <a:pathLst>
                  <a:path w="6450" h="1435" extrusionOk="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avLst/>
                <a:gdLst/>
                <a:ahLst/>
                <a:cxnLst/>
                <a:rect l="l" t="t" r="r" b="b"/>
                <a:pathLst>
                  <a:path w="6802" h="1556" extrusionOk="0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avLst/>
                <a:gdLst/>
                <a:ahLst/>
                <a:cxnLst/>
                <a:rect l="l" t="t" r="r" b="b"/>
                <a:pathLst>
                  <a:path w="1316" h="1316" extrusionOk="0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591" h="5859" extrusionOk="0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5916" extrusionOk="0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852" h="5859" extrusionOk="0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591" h="5859" extrusionOk="0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5395" h="1731" extrusionOk="0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avLst/>
                <a:gdLst/>
                <a:ahLst/>
                <a:cxnLst/>
                <a:rect l="l" t="t" r="r" b="b"/>
                <a:pathLst>
                  <a:path w="6534" h="1499" extrusionOk="0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1731" extrusionOk="0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avLst/>
                <a:gdLst/>
                <a:ahLst/>
                <a:cxnLst/>
                <a:rect l="l" t="t" r="r" b="b"/>
                <a:pathLst>
                  <a:path w="32029" h="11662" extrusionOk="0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avLst/>
                <a:gdLst/>
                <a:ahLst/>
                <a:cxnLst/>
                <a:rect l="l" t="t" r="r" b="b"/>
                <a:pathLst>
                  <a:path w="32029" h="11662" extrusionOk="0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avLst/>
                <a:gdLst/>
                <a:ahLst/>
                <a:cxnLst/>
                <a:rect l="l" t="t" r="r" b="b"/>
                <a:pathLst>
                  <a:path w="27894" h="10818" extrusionOk="0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6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avLst/>
                <a:gdLst/>
                <a:ahLst/>
                <a:cxnLst/>
                <a:rect l="l" t="t" r="r" b="b"/>
                <a:pathLst>
                  <a:path w="4045" h="10255" extrusionOk="0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8" name="Google Shape;248;p6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49" name="Google Shape;249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" name="Google Shape;251;p6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52" name="Google Shape;252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53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54" name="Google Shape;254;p6"/>
            <p:cNvSpPr/>
            <p:nvPr/>
          </p:nvSpPr>
          <p:spPr>
            <a:xfrm>
              <a:off x="8524998" y="3676475"/>
              <a:ext cx="363955" cy="503182"/>
            </a:xfrm>
            <a:custGeom>
              <a:avLst/>
              <a:gdLst/>
              <a:ahLst/>
              <a:cxnLst/>
              <a:rect l="l" t="t" r="r" b="b"/>
              <a:pathLst>
                <a:path w="12864" h="17785" extrusionOk="0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dist="142875" dir="8280000" algn="bl" rotWithShape="0">
                <a:schemeClr val="dk1">
                  <a:alpha val="2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5" name="Google Shape;255;p6"/>
            <p:cNvGrpSpPr/>
            <p:nvPr/>
          </p:nvGrpSpPr>
          <p:grpSpPr>
            <a:xfrm>
              <a:off x="7608751" y="4778240"/>
              <a:ext cx="916239" cy="681891"/>
              <a:chOff x="5951675" y="3577056"/>
              <a:chExt cx="1387821" cy="1032855"/>
            </a:xfrm>
          </p:grpSpPr>
          <p:sp>
            <p:nvSpPr>
              <p:cNvPr id="256" name="Google Shape;256;p6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avLst/>
                <a:gdLst/>
                <a:ahLst/>
                <a:cxnLst/>
                <a:rect l="l" t="t" r="r" b="b"/>
                <a:pathLst>
                  <a:path w="3960" h="4277" extrusionOk="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04775" dir="8280000" algn="bl" rotWithShape="0">
                  <a:schemeClr val="dk1">
                    <a:alpha val="4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avLst/>
                <a:gdLst/>
                <a:ahLst/>
                <a:cxnLst/>
                <a:rect l="l" t="t" r="r" b="b"/>
                <a:pathLst>
                  <a:path w="5163" h="5543" extrusionOk="0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dist="104775" dir="8280000" algn="bl" rotWithShape="0">
                  <a:schemeClr val="dk1">
                    <a:alpha val="4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258" name="Google Shape;258;p6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6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_POINT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"/>
          <p:cNvSpPr txBox="1">
            <a:spLocks noGrp="1"/>
          </p:cNvSpPr>
          <p:nvPr>
            <p:ph type="title"/>
          </p:nvPr>
        </p:nvSpPr>
        <p:spPr>
          <a:xfrm>
            <a:off x="715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51" name="Google Shape;351;p8"/>
          <p:cNvGrpSpPr/>
          <p:nvPr/>
        </p:nvGrpSpPr>
        <p:grpSpPr>
          <a:xfrm>
            <a:off x="6371628" y="76028"/>
            <a:ext cx="3356101" cy="5128818"/>
            <a:chOff x="6371628" y="76028"/>
            <a:chExt cx="3356101" cy="5128818"/>
          </a:xfrm>
        </p:grpSpPr>
        <p:grpSp>
          <p:nvGrpSpPr>
            <p:cNvPr id="352" name="Google Shape;352;p8"/>
            <p:cNvGrpSpPr/>
            <p:nvPr/>
          </p:nvGrpSpPr>
          <p:grpSpPr>
            <a:xfrm>
              <a:off x="6830033" y="76028"/>
              <a:ext cx="2897695" cy="1572227"/>
              <a:chOff x="6229583" y="1671653"/>
              <a:chExt cx="2897695" cy="1572227"/>
            </a:xfrm>
          </p:grpSpPr>
          <p:sp>
            <p:nvSpPr>
              <p:cNvPr id="353" name="Google Shape;353;p8"/>
              <p:cNvSpPr/>
              <p:nvPr/>
            </p:nvSpPr>
            <p:spPr>
              <a:xfrm>
                <a:off x="7524304" y="1671653"/>
                <a:ext cx="1415426" cy="380324"/>
              </a:xfrm>
              <a:custGeom>
                <a:avLst/>
                <a:gdLst/>
                <a:ahLst/>
                <a:cxnLst/>
                <a:rect l="l" t="t" r="r" b="b"/>
                <a:pathLst>
                  <a:path w="13744" h="3693" extrusionOk="0">
                    <a:moveTo>
                      <a:pt x="13743" y="3693"/>
                    </a:moveTo>
                    <a:lnTo>
                      <a:pt x="13743" y="3489"/>
                    </a:lnTo>
                    <a:cubicBezTo>
                      <a:pt x="13743" y="1555"/>
                      <a:pt x="11894" y="1"/>
                      <a:pt x="9608" y="1"/>
                    </a:cubicBezTo>
                    <a:cubicBezTo>
                      <a:pt x="7850" y="1"/>
                      <a:pt x="6359" y="943"/>
                      <a:pt x="5768" y="2230"/>
                    </a:cubicBezTo>
                    <a:cubicBezTo>
                      <a:pt x="5156" y="1674"/>
                      <a:pt x="4277" y="1323"/>
                      <a:pt x="3306" y="1323"/>
                    </a:cubicBezTo>
                    <a:cubicBezTo>
                      <a:pt x="1639" y="1323"/>
                      <a:pt x="261" y="2350"/>
                      <a:pt x="1" y="36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8168647" y="2986982"/>
                <a:ext cx="958632" cy="256898"/>
              </a:xfrm>
              <a:custGeom>
                <a:avLst/>
                <a:gdLst/>
                <a:ahLst/>
                <a:cxnLst/>
                <a:rect l="l" t="t" r="r" b="b"/>
                <a:pathLst>
                  <a:path w="15093" h="4045" extrusionOk="0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6229583" y="2369875"/>
                <a:ext cx="657111" cy="176099"/>
              </a:xfrm>
              <a:custGeom>
                <a:avLst/>
                <a:gdLst/>
                <a:ahLst/>
                <a:cxnLst/>
                <a:rect l="l" t="t" r="r" b="b"/>
                <a:pathLst>
                  <a:path w="15093" h="4045" extrusionOk="0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6" name="Google Shape;356;p8"/>
            <p:cNvSpPr/>
            <p:nvPr/>
          </p:nvSpPr>
          <p:spPr>
            <a:xfrm flipH="1">
              <a:off x="6371628" y="4475676"/>
              <a:ext cx="1350173" cy="699458"/>
            </a:xfrm>
            <a:custGeom>
              <a:avLst/>
              <a:gdLst/>
              <a:ahLst/>
              <a:cxnLst/>
              <a:rect l="l" t="t" r="r" b="b"/>
              <a:pathLst>
                <a:path w="49380" h="25579" extrusionOk="0">
                  <a:moveTo>
                    <a:pt x="0" y="28"/>
                  </a:moveTo>
                  <a:lnTo>
                    <a:pt x="0" y="25579"/>
                  </a:lnTo>
                  <a:lnTo>
                    <a:pt x="49379" y="25579"/>
                  </a:lnTo>
                  <a:cubicBezTo>
                    <a:pt x="45335" y="20480"/>
                    <a:pt x="38801" y="18019"/>
                    <a:pt x="32380" y="18757"/>
                  </a:cubicBezTo>
                  <a:cubicBezTo>
                    <a:pt x="32029" y="17315"/>
                    <a:pt x="31473" y="15909"/>
                    <a:pt x="30622" y="14594"/>
                  </a:cubicBezTo>
                  <a:cubicBezTo>
                    <a:pt x="27021" y="8876"/>
                    <a:pt x="19812" y="6506"/>
                    <a:pt x="13335" y="8468"/>
                  </a:cubicBezTo>
                  <a:cubicBezTo>
                    <a:pt x="13068" y="7265"/>
                    <a:pt x="12632" y="6098"/>
                    <a:pt x="11928" y="4979"/>
                  </a:cubicBezTo>
                  <a:cubicBezTo>
                    <a:pt x="10226" y="2286"/>
                    <a:pt x="7441" y="556"/>
                    <a:pt x="4424" y="0"/>
                  </a:cubicBezTo>
                  <a:lnTo>
                    <a:pt x="120" y="0"/>
                  </a:lnTo>
                  <a:cubicBezTo>
                    <a:pt x="92" y="0"/>
                    <a:pt x="29" y="28"/>
                    <a:pt x="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dist="104775" dir="828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7" name="Google Shape;357;p8"/>
            <p:cNvGrpSpPr/>
            <p:nvPr/>
          </p:nvGrpSpPr>
          <p:grpSpPr>
            <a:xfrm>
              <a:off x="7427902" y="2101392"/>
              <a:ext cx="1798063" cy="3103454"/>
              <a:chOff x="4537475" y="1366675"/>
              <a:chExt cx="1878265" cy="3241882"/>
            </a:xfrm>
          </p:grpSpPr>
          <p:sp>
            <p:nvSpPr>
              <p:cNvPr id="358" name="Google Shape;358;p8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avLst/>
                <a:gdLst/>
                <a:ahLst/>
                <a:cxnLst/>
                <a:rect l="l" t="t" r="r" b="b"/>
                <a:pathLst>
                  <a:path w="24117" h="2463" extrusionOk="0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avLst/>
                <a:gdLst/>
                <a:ahLst/>
                <a:cxnLst/>
                <a:rect l="l" t="t" r="r" b="b"/>
                <a:pathLst>
                  <a:path w="8236" h="2463" extrusionOk="0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avLst/>
                <a:gdLst/>
                <a:ahLst/>
                <a:cxnLst/>
                <a:rect l="l" t="t" r="r" b="b"/>
                <a:pathLst>
                  <a:path w="7006" h="51609" extrusionOk="0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avLst/>
                <a:gdLst/>
                <a:ahLst/>
                <a:cxnLst/>
                <a:rect l="l" t="t" r="r" b="b"/>
                <a:pathLst>
                  <a:path w="2639" h="5923" extrusionOk="0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avLst/>
                <a:gdLst/>
                <a:ahLst/>
                <a:cxnLst/>
                <a:rect l="l" t="t" r="r" b="b"/>
                <a:pathLst>
                  <a:path w="2639" h="5894" extrusionOk="0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1609" extrusionOk="0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avLst/>
                <a:gdLst/>
                <a:ahLst/>
                <a:cxnLst/>
                <a:rect l="l" t="t" r="r" b="b"/>
                <a:pathLst>
                  <a:path w="8321" h="1611" extrusionOk="0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avLst/>
                <a:gdLst/>
                <a:ahLst/>
                <a:cxnLst/>
                <a:rect l="l" t="t" r="r" b="b"/>
                <a:pathLst>
                  <a:path w="5417" h="5480" extrusionOk="0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avLst/>
                <a:gdLst/>
                <a:ahLst/>
                <a:cxnLst/>
                <a:rect l="l" t="t" r="r" b="b"/>
                <a:pathLst>
                  <a:path w="4889" h="5480" extrusionOk="0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684" extrusionOk="0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8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avLst/>
                <a:gdLst/>
                <a:ahLst/>
                <a:cxnLst/>
                <a:rect l="l" t="t" r="r" b="b"/>
                <a:pathLst>
                  <a:path w="7006" h="5684" extrusionOk="0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avLst/>
                <a:gdLst/>
                <a:ahLst/>
                <a:cxnLst/>
                <a:rect l="l" t="t" r="r" b="b"/>
                <a:pathLst>
                  <a:path w="5417" h="5452" extrusionOk="0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8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avLst/>
                <a:gdLst/>
                <a:ahLst/>
                <a:cxnLst/>
                <a:rect l="l" t="t" r="r" b="b"/>
                <a:pathLst>
                  <a:path w="4889" h="5452" extrusionOk="0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8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avLst/>
                <a:gdLst/>
                <a:ahLst/>
                <a:cxnLst/>
                <a:rect l="l" t="t" r="r" b="b"/>
                <a:pathLst>
                  <a:path w="5417" h="2083" extrusionOk="0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8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8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5480" extrusionOk="0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avLst/>
                <a:gdLst/>
                <a:ahLst/>
                <a:cxnLst/>
                <a:rect l="l" t="t" r="r" b="b"/>
                <a:pathLst>
                  <a:path w="5009" h="5480" extrusionOk="0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8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5452" extrusionOk="0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8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avLst/>
                <a:gdLst/>
                <a:ahLst/>
                <a:cxnLst/>
                <a:rect l="l" t="t" r="r" b="b"/>
                <a:pathLst>
                  <a:path w="5009" h="5452" extrusionOk="0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8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2083" extrusionOk="0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avLst/>
                <a:gdLst/>
                <a:ahLst/>
                <a:cxnLst/>
                <a:rect l="l" t="t" r="r" b="b"/>
                <a:pathLst>
                  <a:path w="31445" h="2203" extrusionOk="0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avLst/>
                <a:gdLst/>
                <a:ahLst/>
                <a:cxnLst/>
                <a:rect l="l" t="t" r="r" b="b"/>
                <a:pathLst>
                  <a:path w="7357" h="2203" extrusionOk="0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avLst/>
                <a:gdLst/>
                <a:ahLst/>
                <a:cxnLst/>
                <a:rect l="l" t="t" r="r" b="b"/>
                <a:pathLst>
                  <a:path w="7849" h="13159" extrusionOk="0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avLst/>
                <a:gdLst/>
                <a:ahLst/>
                <a:cxnLst/>
                <a:rect l="l" t="t" r="r" b="b"/>
                <a:pathLst>
                  <a:path w="6886" h="13159" extrusionOk="0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8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avLst/>
                <a:gdLst/>
                <a:ahLst/>
                <a:cxnLst/>
                <a:rect l="l" t="t" r="r" b="b"/>
                <a:pathLst>
                  <a:path w="4101" h="1731" extrusionOk="0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8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avLst/>
                <a:gdLst/>
                <a:ahLst/>
                <a:cxnLst/>
                <a:rect l="l" t="t" r="r" b="b"/>
                <a:pathLst>
                  <a:path w="9087" h="1232" extrusionOk="0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4481" extrusionOk="0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1492" extrusionOk="0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avLst/>
                <a:gdLst/>
                <a:ahLst/>
                <a:cxnLst/>
                <a:rect l="l" t="t" r="r" b="b"/>
                <a:pathLst>
                  <a:path w="6450" h="1435" extrusionOk="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8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avLst/>
                <a:gdLst/>
                <a:ahLst/>
                <a:cxnLst/>
                <a:rect l="l" t="t" r="r" b="b"/>
                <a:pathLst>
                  <a:path w="6802" h="1556" extrusionOk="0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8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1316" extrusionOk="0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859" extrusionOk="0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831" extrusionOk="0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avLst/>
                <a:gdLst/>
                <a:ahLst/>
                <a:cxnLst/>
                <a:rect l="l" t="t" r="r" b="b"/>
                <a:pathLst>
                  <a:path w="24265" h="1611" extrusionOk="0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8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1731" extrusionOk="0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8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avLst/>
                <a:gdLst/>
                <a:ahLst/>
                <a:cxnLst/>
                <a:rect l="l" t="t" r="r" b="b"/>
                <a:pathLst>
                  <a:path w="5417" h="1731" extrusionOk="0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7" name="Google Shape;397;p8"/>
            <p:cNvSpPr/>
            <p:nvPr/>
          </p:nvSpPr>
          <p:spPr>
            <a:xfrm>
              <a:off x="7878400" y="697525"/>
              <a:ext cx="840952" cy="1162694"/>
            </a:xfrm>
            <a:custGeom>
              <a:avLst/>
              <a:gdLst/>
              <a:ahLst/>
              <a:cxnLst/>
              <a:rect l="l" t="t" r="r" b="b"/>
              <a:pathLst>
                <a:path w="12864" h="17785" extrusionOk="0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28588" dist="295275" dir="8280000" algn="bl" rotWithShape="0">
                <a:schemeClr val="dk1">
                  <a:alpha val="2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8" name="Google Shape;398;p8"/>
          <p:cNvCxnSpPr/>
          <p:nvPr/>
        </p:nvCxnSpPr>
        <p:spPr>
          <a:xfrm>
            <a:off x="505850" y="-9175"/>
            <a:ext cx="0" cy="5165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9" name="Google Shape;399;p8"/>
          <p:cNvSpPr/>
          <p:nvPr/>
        </p:nvSpPr>
        <p:spPr>
          <a:xfrm>
            <a:off x="375950" y="0"/>
            <a:ext cx="259800" cy="288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2" name="Google Shape;402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5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9"/>
          <p:cNvSpPr/>
          <p:nvPr/>
        </p:nvSpPr>
        <p:spPr>
          <a:xfrm flipH="1">
            <a:off x="1751808" y="5077051"/>
            <a:ext cx="312100" cy="79099"/>
          </a:xfrm>
          <a:custGeom>
            <a:avLst/>
            <a:gdLst/>
            <a:ahLst/>
            <a:cxnLst/>
            <a:rect l="l" t="t" r="r" b="b"/>
            <a:pathLst>
              <a:path w="4249" h="936" extrusionOk="0">
                <a:moveTo>
                  <a:pt x="1027" y="0"/>
                </a:moveTo>
                <a:lnTo>
                  <a:pt x="1027" y="0"/>
                </a:lnTo>
                <a:lnTo>
                  <a:pt x="1" y="0"/>
                </a:lnTo>
                <a:lnTo>
                  <a:pt x="1" y="936"/>
                </a:lnTo>
                <a:lnTo>
                  <a:pt x="4248" y="936"/>
                </a:lnTo>
                <a:lnTo>
                  <a:pt x="424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9"/>
          <p:cNvSpPr/>
          <p:nvPr/>
        </p:nvSpPr>
        <p:spPr>
          <a:xfrm flipH="1">
            <a:off x="-1069880" y="4564551"/>
            <a:ext cx="45028" cy="581249"/>
          </a:xfrm>
          <a:custGeom>
            <a:avLst/>
            <a:gdLst/>
            <a:ahLst/>
            <a:cxnLst/>
            <a:rect l="l" t="t" r="r" b="b"/>
            <a:pathLst>
              <a:path w="613" h="7913" extrusionOk="0">
                <a:moveTo>
                  <a:pt x="1" y="7913"/>
                </a:moveTo>
                <a:lnTo>
                  <a:pt x="613" y="7913"/>
                </a:lnTo>
                <a:lnTo>
                  <a:pt x="613" y="1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5" name="Google Shape;405;p9"/>
          <p:cNvGrpSpPr/>
          <p:nvPr/>
        </p:nvGrpSpPr>
        <p:grpSpPr>
          <a:xfrm>
            <a:off x="-1266231" y="667175"/>
            <a:ext cx="4576156" cy="4519531"/>
            <a:chOff x="-1266231" y="667175"/>
            <a:chExt cx="4576156" cy="4519531"/>
          </a:xfrm>
        </p:grpSpPr>
        <p:grpSp>
          <p:nvGrpSpPr>
            <p:cNvPr id="406" name="Google Shape;406;p9"/>
            <p:cNvGrpSpPr/>
            <p:nvPr/>
          </p:nvGrpSpPr>
          <p:grpSpPr>
            <a:xfrm>
              <a:off x="-1266231" y="1293100"/>
              <a:ext cx="4576156" cy="3893605"/>
              <a:chOff x="-1266231" y="1293100"/>
              <a:chExt cx="4576156" cy="3893605"/>
            </a:xfrm>
          </p:grpSpPr>
          <p:sp>
            <p:nvSpPr>
              <p:cNvPr id="407" name="Google Shape;407;p9"/>
              <p:cNvSpPr/>
              <p:nvPr/>
            </p:nvSpPr>
            <p:spPr>
              <a:xfrm>
                <a:off x="2122089" y="4531451"/>
                <a:ext cx="1187836" cy="615367"/>
              </a:xfrm>
              <a:custGeom>
                <a:avLst/>
                <a:gdLst/>
                <a:ahLst/>
                <a:cxnLst/>
                <a:rect l="l" t="t" r="r" b="b"/>
                <a:pathLst>
                  <a:path w="49380" h="25579" extrusionOk="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dist="104775" dir="8280000" algn="bl" rotWithShape="0">
                  <a:schemeClr val="dk1">
                    <a:alpha val="4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8" name="Google Shape;408;p9"/>
              <p:cNvGrpSpPr/>
              <p:nvPr/>
            </p:nvGrpSpPr>
            <p:grpSpPr>
              <a:xfrm>
                <a:off x="-1266231" y="2821088"/>
                <a:ext cx="3547638" cy="2365617"/>
                <a:chOff x="-1266231" y="2780188"/>
                <a:chExt cx="3547638" cy="2365617"/>
              </a:xfrm>
            </p:grpSpPr>
            <p:sp>
              <p:nvSpPr>
                <p:cNvPr id="409" name="Google Shape;409;p9"/>
                <p:cNvSpPr/>
                <p:nvPr/>
              </p:nvSpPr>
              <p:spPr>
                <a:xfrm flipH="1">
                  <a:off x="-383313" y="3667228"/>
                  <a:ext cx="1657365" cy="1478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3" h="20129" extrusionOk="0">
                      <a:moveTo>
                        <a:pt x="1" y="1"/>
                      </a:moveTo>
                      <a:lnTo>
                        <a:pt x="1" y="20129"/>
                      </a:lnTo>
                      <a:lnTo>
                        <a:pt x="22563" y="20129"/>
                      </a:lnTo>
                      <a:lnTo>
                        <a:pt x="225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9"/>
                <p:cNvSpPr/>
                <p:nvPr/>
              </p:nvSpPr>
              <p:spPr>
                <a:xfrm flipH="1">
                  <a:off x="1273972" y="3122708"/>
                  <a:ext cx="938681" cy="202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79" h="27542" extrusionOk="0">
                      <a:moveTo>
                        <a:pt x="12547" y="7414"/>
                      </a:moveTo>
                      <a:lnTo>
                        <a:pt x="6330" y="1"/>
                      </a:lnTo>
                      <a:lnTo>
                        <a:pt x="0" y="7385"/>
                      </a:lnTo>
                      <a:lnTo>
                        <a:pt x="0" y="27542"/>
                      </a:lnTo>
                      <a:lnTo>
                        <a:pt x="12779" y="27542"/>
                      </a:lnTo>
                      <a:lnTo>
                        <a:pt x="12779" y="741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411;p9"/>
                <p:cNvSpPr/>
                <p:nvPr/>
              </p:nvSpPr>
              <p:spPr>
                <a:xfrm flipH="1">
                  <a:off x="1556041" y="3632631"/>
                  <a:ext cx="378734" cy="378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6" h="5156" extrusionOk="0">
                      <a:moveTo>
                        <a:pt x="2575" y="5155"/>
                      </a:moveTo>
                      <a:cubicBezTo>
                        <a:pt x="3981" y="5155"/>
                        <a:pt x="5156" y="3988"/>
                        <a:pt x="5156" y="2581"/>
                      </a:cubicBezTo>
                      <a:cubicBezTo>
                        <a:pt x="5156" y="1147"/>
                        <a:pt x="3981" y="0"/>
                        <a:pt x="2575" y="0"/>
                      </a:cubicBezTo>
                      <a:cubicBezTo>
                        <a:pt x="1168" y="0"/>
                        <a:pt x="1" y="1147"/>
                        <a:pt x="1" y="2581"/>
                      </a:cubicBezTo>
                      <a:cubicBezTo>
                        <a:pt x="1" y="3988"/>
                        <a:pt x="1168" y="5155"/>
                        <a:pt x="2575" y="51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" name="Google Shape;412;p9"/>
                <p:cNvSpPr/>
                <p:nvPr/>
              </p:nvSpPr>
              <p:spPr>
                <a:xfrm flipH="1">
                  <a:off x="1556041" y="3632631"/>
                  <a:ext cx="350821" cy="376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6" h="5128" extrusionOk="0">
                      <a:moveTo>
                        <a:pt x="2406" y="0"/>
                      </a:moveTo>
                      <a:cubicBezTo>
                        <a:pt x="3721" y="92"/>
                        <a:pt x="4776" y="1203"/>
                        <a:pt x="4776" y="2581"/>
                      </a:cubicBezTo>
                      <a:cubicBezTo>
                        <a:pt x="4776" y="3925"/>
                        <a:pt x="3721" y="5043"/>
                        <a:pt x="2406" y="5127"/>
                      </a:cubicBezTo>
                      <a:cubicBezTo>
                        <a:pt x="1055" y="5043"/>
                        <a:pt x="1" y="3925"/>
                        <a:pt x="1" y="2581"/>
                      </a:cubicBezTo>
                      <a:cubicBezTo>
                        <a:pt x="1" y="1203"/>
                        <a:pt x="1055" y="92"/>
                        <a:pt x="240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" name="Google Shape;413;p9"/>
                <p:cNvSpPr/>
                <p:nvPr/>
              </p:nvSpPr>
              <p:spPr>
                <a:xfrm flipH="1">
                  <a:off x="1616421" y="3645559"/>
                  <a:ext cx="266642" cy="320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0" h="4368" extrusionOk="0">
                      <a:moveTo>
                        <a:pt x="2813" y="0"/>
                      </a:moveTo>
                      <a:cubicBezTo>
                        <a:pt x="3102" y="120"/>
                        <a:pt x="3397" y="296"/>
                        <a:pt x="3629" y="499"/>
                      </a:cubicBezTo>
                      <a:lnTo>
                        <a:pt x="612" y="4368"/>
                      </a:lnTo>
                      <a:cubicBezTo>
                        <a:pt x="352" y="4164"/>
                        <a:pt x="148" y="3896"/>
                        <a:pt x="0" y="3608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9"/>
                <p:cNvSpPr/>
                <p:nvPr/>
              </p:nvSpPr>
              <p:spPr>
                <a:xfrm flipH="1">
                  <a:off x="1568897" y="3723053"/>
                  <a:ext cx="225874" cy="282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5" h="3841" extrusionOk="0">
                      <a:moveTo>
                        <a:pt x="2870" y="0"/>
                      </a:moveTo>
                      <a:cubicBezTo>
                        <a:pt x="2955" y="120"/>
                        <a:pt x="3018" y="267"/>
                        <a:pt x="3074" y="380"/>
                      </a:cubicBezTo>
                      <a:lnTo>
                        <a:pt x="380" y="3840"/>
                      </a:lnTo>
                      <a:cubicBezTo>
                        <a:pt x="233" y="3784"/>
                        <a:pt x="113" y="3749"/>
                        <a:pt x="1" y="3692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9"/>
                <p:cNvSpPr/>
                <p:nvPr/>
              </p:nvSpPr>
              <p:spPr>
                <a:xfrm flipH="1">
                  <a:off x="-460816" y="3027657"/>
                  <a:ext cx="2742222" cy="639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32" h="8708" extrusionOk="0">
                      <a:moveTo>
                        <a:pt x="1" y="8152"/>
                      </a:moveTo>
                      <a:lnTo>
                        <a:pt x="6942" y="1"/>
                      </a:lnTo>
                      <a:lnTo>
                        <a:pt x="30446" y="1"/>
                      </a:lnTo>
                      <a:lnTo>
                        <a:pt x="37332" y="8061"/>
                      </a:lnTo>
                      <a:lnTo>
                        <a:pt x="36776" y="8708"/>
                      </a:lnTo>
                      <a:lnTo>
                        <a:pt x="13483" y="8708"/>
                      </a:lnTo>
                      <a:lnTo>
                        <a:pt x="7266" y="1295"/>
                      </a:lnTo>
                      <a:lnTo>
                        <a:pt x="908" y="8708"/>
                      </a:lnTo>
                      <a:lnTo>
                        <a:pt x="380" y="870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9"/>
                <p:cNvSpPr/>
                <p:nvPr/>
              </p:nvSpPr>
              <p:spPr>
                <a:xfrm flipH="1">
                  <a:off x="-460808" y="3619703"/>
                  <a:ext cx="1751902" cy="47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50" h="648" extrusionOk="0">
                      <a:moveTo>
                        <a:pt x="23850" y="1"/>
                      </a:moveTo>
                      <a:lnTo>
                        <a:pt x="23294" y="648"/>
                      </a:lnTo>
                      <a:lnTo>
                        <a:pt x="1" y="648"/>
                      </a:lnTo>
                      <a:lnTo>
                        <a:pt x="31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9"/>
                <p:cNvSpPr/>
                <p:nvPr/>
              </p:nvSpPr>
              <p:spPr>
                <a:xfrm flipH="1">
                  <a:off x="1747683" y="3101038"/>
                  <a:ext cx="505811" cy="566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6" h="7709" extrusionOk="0">
                      <a:moveTo>
                        <a:pt x="6654" y="0"/>
                      </a:moveTo>
                      <a:lnTo>
                        <a:pt x="0" y="7709"/>
                      </a:lnTo>
                      <a:lnTo>
                        <a:pt x="528" y="7709"/>
                      </a:lnTo>
                      <a:lnTo>
                        <a:pt x="6886" y="2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9"/>
                <p:cNvSpPr/>
                <p:nvPr/>
              </p:nvSpPr>
              <p:spPr>
                <a:xfrm flipH="1">
                  <a:off x="57864" y="2903151"/>
                  <a:ext cx="380791" cy="486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4" h="6619" extrusionOk="0">
                      <a:moveTo>
                        <a:pt x="0" y="3046"/>
                      </a:moveTo>
                      <a:lnTo>
                        <a:pt x="0" y="6619"/>
                      </a:lnTo>
                      <a:lnTo>
                        <a:pt x="5184" y="6619"/>
                      </a:lnTo>
                      <a:lnTo>
                        <a:pt x="5184" y="2751"/>
                      </a:lnTo>
                      <a:lnTo>
                        <a:pt x="272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9"/>
                <p:cNvSpPr/>
                <p:nvPr/>
              </p:nvSpPr>
              <p:spPr>
                <a:xfrm flipH="1">
                  <a:off x="438579" y="3124764"/>
                  <a:ext cx="224332" cy="264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4" h="3602" extrusionOk="0">
                      <a:moveTo>
                        <a:pt x="2990" y="85"/>
                      </a:moveTo>
                      <a:lnTo>
                        <a:pt x="1" y="85"/>
                      </a:lnTo>
                      <a:lnTo>
                        <a:pt x="3053" y="3602"/>
                      </a:lnTo>
                      <a:lnTo>
                        <a:pt x="30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9"/>
                <p:cNvSpPr/>
                <p:nvPr/>
              </p:nvSpPr>
              <p:spPr>
                <a:xfrm flipH="1">
                  <a:off x="-54231" y="2780188"/>
                  <a:ext cx="859203" cy="350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7" h="4777" extrusionOk="0">
                      <a:moveTo>
                        <a:pt x="1" y="4045"/>
                      </a:moveTo>
                      <a:lnTo>
                        <a:pt x="3433" y="1"/>
                      </a:lnTo>
                      <a:lnTo>
                        <a:pt x="8061" y="1"/>
                      </a:lnTo>
                      <a:lnTo>
                        <a:pt x="11697" y="4045"/>
                      </a:lnTo>
                      <a:lnTo>
                        <a:pt x="11078" y="4776"/>
                      </a:lnTo>
                      <a:lnTo>
                        <a:pt x="10466" y="4776"/>
                      </a:lnTo>
                      <a:lnTo>
                        <a:pt x="7709" y="1675"/>
                      </a:lnTo>
                      <a:lnTo>
                        <a:pt x="4952" y="4776"/>
                      </a:lnTo>
                      <a:lnTo>
                        <a:pt x="556" y="477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" name="Google Shape;421;p9"/>
                <p:cNvSpPr/>
                <p:nvPr/>
              </p:nvSpPr>
              <p:spPr>
                <a:xfrm flipH="1">
                  <a:off x="714475" y="2971905"/>
                  <a:ext cx="90497" cy="1054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2" h="1435" extrusionOk="0">
                      <a:moveTo>
                        <a:pt x="1232" y="0"/>
                      </a:moveTo>
                      <a:lnTo>
                        <a:pt x="1" y="1435"/>
                      </a:lnTo>
                      <a:close/>
                    </a:path>
                  </a:pathLst>
                </a:custGeom>
                <a:solidFill>
                  <a:srgbClr val="332B4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" name="Google Shape;422;p9"/>
                <p:cNvSpPr/>
                <p:nvPr/>
              </p:nvSpPr>
              <p:spPr>
                <a:xfrm flipH="1">
                  <a:off x="441149" y="3077239"/>
                  <a:ext cx="363823" cy="53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733" extrusionOk="0">
                      <a:moveTo>
                        <a:pt x="1" y="1"/>
                      </a:moveTo>
                      <a:lnTo>
                        <a:pt x="556" y="732"/>
                      </a:lnTo>
                      <a:lnTo>
                        <a:pt x="4952" y="732"/>
                      </a:lnTo>
                      <a:lnTo>
                        <a:pt x="451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" name="Google Shape;423;p9"/>
                <p:cNvSpPr/>
                <p:nvPr/>
              </p:nvSpPr>
              <p:spPr>
                <a:xfrm flipH="1">
                  <a:off x="-8759" y="2877369"/>
                  <a:ext cx="247470" cy="253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9" h="3454" extrusionOk="0">
                      <a:moveTo>
                        <a:pt x="3369" y="3453"/>
                      </a:moveTo>
                      <a:lnTo>
                        <a:pt x="2757" y="3453"/>
                      </a:lnTo>
                      <a:lnTo>
                        <a:pt x="0" y="352"/>
                      </a:lnTo>
                      <a:lnTo>
                        <a:pt x="2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" name="Google Shape;424;p9"/>
                <p:cNvSpPr/>
                <p:nvPr/>
              </p:nvSpPr>
              <p:spPr>
                <a:xfrm flipH="1">
                  <a:off x="212851" y="2780188"/>
                  <a:ext cx="592121" cy="29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1" h="4045" extrusionOk="0">
                      <a:moveTo>
                        <a:pt x="4516" y="4045"/>
                      </a:moveTo>
                      <a:lnTo>
                        <a:pt x="1" y="4045"/>
                      </a:lnTo>
                      <a:lnTo>
                        <a:pt x="3433" y="1"/>
                      </a:lnTo>
                      <a:lnTo>
                        <a:pt x="8061" y="1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" name="Google Shape;425;p9"/>
                <p:cNvSpPr/>
                <p:nvPr/>
              </p:nvSpPr>
              <p:spPr>
                <a:xfrm flipH="1">
                  <a:off x="124488" y="3081426"/>
                  <a:ext cx="226388" cy="245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2" h="3341" extrusionOk="0">
                      <a:moveTo>
                        <a:pt x="1" y="3341"/>
                      </a:moveTo>
                      <a:lnTo>
                        <a:pt x="3081" y="3341"/>
                      </a:lnTo>
                      <a:lnTo>
                        <a:pt x="308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" name="Google Shape;426;p9"/>
                <p:cNvSpPr/>
                <p:nvPr/>
              </p:nvSpPr>
              <p:spPr>
                <a:xfrm flipH="1">
                  <a:off x="154458" y="3081426"/>
                  <a:ext cx="196419" cy="245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4" h="3341" extrusionOk="0">
                      <a:moveTo>
                        <a:pt x="1" y="3341"/>
                      </a:moveTo>
                      <a:lnTo>
                        <a:pt x="2673" y="3341"/>
                      </a:lnTo>
                      <a:lnTo>
                        <a:pt x="2673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9"/>
                <p:cNvSpPr/>
                <p:nvPr/>
              </p:nvSpPr>
              <p:spPr>
                <a:xfrm flipH="1">
                  <a:off x="221596" y="3123222"/>
                  <a:ext cx="74998" cy="8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" h="1106" extrusionOk="0">
                      <a:moveTo>
                        <a:pt x="936" y="1"/>
                      </a:moveTo>
                      <a:cubicBezTo>
                        <a:pt x="915" y="1"/>
                        <a:pt x="894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7" y="1077"/>
                      </a:cubicBezTo>
                      <a:cubicBezTo>
                        <a:pt x="57" y="1105"/>
                        <a:pt x="85" y="1105"/>
                        <a:pt x="85" y="1105"/>
                      </a:cubicBezTo>
                      <a:cubicBezTo>
                        <a:pt x="113" y="1105"/>
                        <a:pt x="141" y="1077"/>
                        <a:pt x="141" y="1077"/>
                      </a:cubicBezTo>
                      <a:lnTo>
                        <a:pt x="992" y="134"/>
                      </a:lnTo>
                      <a:cubicBezTo>
                        <a:pt x="1020" y="106"/>
                        <a:pt x="1020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9"/>
                <p:cNvSpPr/>
                <p:nvPr/>
              </p:nvSpPr>
              <p:spPr>
                <a:xfrm flipH="1">
                  <a:off x="229896" y="3179268"/>
                  <a:ext cx="73455" cy="80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2" extrusionOk="0">
                      <a:moveTo>
                        <a:pt x="920" y="0"/>
                      </a:moveTo>
                      <a:cubicBezTo>
                        <a:pt x="895" y="0"/>
                        <a:pt x="868" y="14"/>
                        <a:pt x="852" y="47"/>
                      </a:cubicBezTo>
                      <a:lnTo>
                        <a:pt x="29" y="989"/>
                      </a:lnTo>
                      <a:cubicBezTo>
                        <a:pt x="1" y="1017"/>
                        <a:pt x="1" y="1073"/>
                        <a:pt x="29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9" y="1073"/>
                      </a:cubicBezTo>
                      <a:lnTo>
                        <a:pt x="971" y="138"/>
                      </a:lnTo>
                      <a:cubicBezTo>
                        <a:pt x="1000" y="110"/>
                        <a:pt x="1000" y="47"/>
                        <a:pt x="971" y="18"/>
                      </a:cubicBezTo>
                      <a:cubicBezTo>
                        <a:pt x="957" y="7"/>
                        <a:pt x="939" y="0"/>
                        <a:pt x="920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429;p9"/>
                <p:cNvSpPr/>
                <p:nvPr/>
              </p:nvSpPr>
              <p:spPr>
                <a:xfrm flipH="1">
                  <a:off x="593566" y="3882157"/>
                  <a:ext cx="506325" cy="368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3" h="5015" extrusionOk="0">
                      <a:moveTo>
                        <a:pt x="0" y="5015"/>
                      </a:moveTo>
                      <a:lnTo>
                        <a:pt x="6892" y="5015"/>
                      </a:lnTo>
                      <a:lnTo>
                        <a:pt x="68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9"/>
                <p:cNvSpPr/>
                <p:nvPr/>
              </p:nvSpPr>
              <p:spPr>
                <a:xfrm flipH="1">
                  <a:off x="630220" y="3882157"/>
                  <a:ext cx="469671" cy="368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4" h="5015" extrusionOk="0">
                      <a:moveTo>
                        <a:pt x="0" y="5015"/>
                      </a:moveTo>
                      <a:lnTo>
                        <a:pt x="6393" y="5015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9"/>
                <p:cNvSpPr/>
                <p:nvPr/>
              </p:nvSpPr>
              <p:spPr>
                <a:xfrm flipH="1">
                  <a:off x="854480" y="3882157"/>
                  <a:ext cx="21228" cy="368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" h="5015" extrusionOk="0">
                      <a:moveTo>
                        <a:pt x="0" y="5015"/>
                      </a:moveTo>
                      <a:lnTo>
                        <a:pt x="0" y="0"/>
                      </a:lnTo>
                      <a:lnTo>
                        <a:pt x="289" y="0"/>
                      </a:lnTo>
                      <a:lnTo>
                        <a:pt x="289" y="50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9"/>
                <p:cNvSpPr/>
                <p:nvPr/>
              </p:nvSpPr>
              <p:spPr>
                <a:xfrm flipH="1">
                  <a:off x="630223" y="3882157"/>
                  <a:ext cx="21816" cy="368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" h="5015" extrusionOk="0">
                      <a:moveTo>
                        <a:pt x="1" y="5015"/>
                      </a:moveTo>
                      <a:lnTo>
                        <a:pt x="296" y="5015"/>
                      </a:lnTo>
                      <a:lnTo>
                        <a:pt x="29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9"/>
                <p:cNvSpPr/>
                <p:nvPr/>
              </p:nvSpPr>
              <p:spPr>
                <a:xfrm flipH="1">
                  <a:off x="630220" y="4054702"/>
                  <a:ext cx="469671" cy="23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4" h="324" extrusionOk="0">
                      <a:moveTo>
                        <a:pt x="0" y="324"/>
                      </a:moveTo>
                      <a:lnTo>
                        <a:pt x="6393" y="324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" name="Google Shape;434;p9"/>
                <p:cNvSpPr/>
                <p:nvPr/>
              </p:nvSpPr>
              <p:spPr>
                <a:xfrm flipH="1">
                  <a:off x="983612" y="4130801"/>
                  <a:ext cx="74998" cy="81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" h="1103" extrusionOk="0">
                      <a:moveTo>
                        <a:pt x="935" y="1"/>
                      </a:moveTo>
                      <a:cubicBezTo>
                        <a:pt x="913" y="1"/>
                        <a:pt x="896" y="14"/>
                        <a:pt x="880" y="47"/>
                      </a:cubicBezTo>
                      <a:lnTo>
                        <a:pt x="29" y="983"/>
                      </a:lnTo>
                      <a:cubicBezTo>
                        <a:pt x="1" y="1011"/>
                        <a:pt x="1" y="1074"/>
                        <a:pt x="29" y="1102"/>
                      </a:cubicBezTo>
                      <a:lnTo>
                        <a:pt x="85" y="1102"/>
                      </a:lnTo>
                      <a:cubicBezTo>
                        <a:pt x="113" y="1102"/>
                        <a:pt x="141" y="1102"/>
                        <a:pt x="141" y="1074"/>
                      </a:cubicBezTo>
                      <a:lnTo>
                        <a:pt x="992" y="132"/>
                      </a:lnTo>
                      <a:cubicBezTo>
                        <a:pt x="1020" y="104"/>
                        <a:pt x="1020" y="47"/>
                        <a:pt x="992" y="19"/>
                      </a:cubicBezTo>
                      <a:cubicBezTo>
                        <a:pt x="969" y="8"/>
                        <a:pt x="951" y="1"/>
                        <a:pt x="935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435;p9"/>
                <p:cNvSpPr/>
                <p:nvPr/>
              </p:nvSpPr>
              <p:spPr>
                <a:xfrm flipH="1">
                  <a:off x="923159" y="4111189"/>
                  <a:ext cx="73455" cy="81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9"/>
                <p:cNvSpPr/>
                <p:nvPr/>
              </p:nvSpPr>
              <p:spPr>
                <a:xfrm flipH="1">
                  <a:off x="709848" y="3938937"/>
                  <a:ext cx="75438" cy="8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" h="1106" extrusionOk="0">
                      <a:moveTo>
                        <a:pt x="936" y="1"/>
                      </a:moveTo>
                      <a:cubicBezTo>
                        <a:pt x="914" y="1"/>
                        <a:pt x="893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6" y="1077"/>
                      </a:cubicBezTo>
                      <a:lnTo>
                        <a:pt x="85" y="1105"/>
                      </a:lnTo>
                      <a:cubicBezTo>
                        <a:pt x="113" y="1105"/>
                        <a:pt x="148" y="1077"/>
                        <a:pt x="148" y="1077"/>
                      </a:cubicBezTo>
                      <a:lnTo>
                        <a:pt x="992" y="142"/>
                      </a:lnTo>
                      <a:cubicBezTo>
                        <a:pt x="1027" y="106"/>
                        <a:pt x="1027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9"/>
                <p:cNvSpPr/>
                <p:nvPr/>
              </p:nvSpPr>
              <p:spPr>
                <a:xfrm flipH="1">
                  <a:off x="1538708" y="4342938"/>
                  <a:ext cx="357579" cy="80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8" h="10930" extrusionOk="0">
                      <a:moveTo>
                        <a:pt x="1" y="10930"/>
                      </a:moveTo>
                      <a:lnTo>
                        <a:pt x="4868" y="10930"/>
                      </a:lnTo>
                      <a:lnTo>
                        <a:pt x="486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9"/>
                <p:cNvSpPr/>
                <p:nvPr/>
              </p:nvSpPr>
              <p:spPr>
                <a:xfrm flipH="1">
                  <a:off x="1543113" y="4342938"/>
                  <a:ext cx="316224" cy="80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5" h="10930" extrusionOk="0">
                      <a:moveTo>
                        <a:pt x="1" y="10930"/>
                      </a:moveTo>
                      <a:lnTo>
                        <a:pt x="4305" y="10930"/>
                      </a:lnTo>
                      <a:lnTo>
                        <a:pt x="430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9"/>
                <p:cNvSpPr/>
                <p:nvPr/>
              </p:nvSpPr>
              <p:spPr>
                <a:xfrm flipH="1">
                  <a:off x="1607681" y="4381723"/>
                  <a:ext cx="212873" cy="7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8" h="1084" extrusionOk="0">
                      <a:moveTo>
                        <a:pt x="0" y="1083"/>
                      </a:moveTo>
                      <a:lnTo>
                        <a:pt x="2898" y="1083"/>
                      </a:lnTo>
                      <a:lnTo>
                        <a:pt x="289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" name="Google Shape;440;p9"/>
                <p:cNvSpPr/>
                <p:nvPr/>
              </p:nvSpPr>
              <p:spPr>
                <a:xfrm flipH="1">
                  <a:off x="1515200" y="4287186"/>
                  <a:ext cx="415388" cy="55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5" h="760" extrusionOk="0">
                      <a:moveTo>
                        <a:pt x="0" y="0"/>
                      </a:moveTo>
                      <a:lnTo>
                        <a:pt x="5655" y="0"/>
                      </a:lnTo>
                      <a:lnTo>
                        <a:pt x="5655" y="760"/>
                      </a:lnTo>
                      <a:lnTo>
                        <a:pt x="0" y="76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9"/>
                <p:cNvSpPr/>
                <p:nvPr/>
              </p:nvSpPr>
              <p:spPr>
                <a:xfrm flipH="1">
                  <a:off x="1543113" y="4941154"/>
                  <a:ext cx="350821" cy="204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6" h="2786" extrusionOk="0">
                      <a:moveTo>
                        <a:pt x="0" y="2786"/>
                      </a:moveTo>
                      <a:lnTo>
                        <a:pt x="4776" y="2786"/>
                      </a:lnTo>
                      <a:lnTo>
                        <a:pt x="4776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" name="Google Shape;442;p9"/>
                <p:cNvSpPr/>
                <p:nvPr/>
              </p:nvSpPr>
              <p:spPr>
                <a:xfrm flipH="1">
                  <a:off x="1693916" y="5012479"/>
                  <a:ext cx="294555" cy="64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0" h="880" extrusionOk="0">
                      <a:moveTo>
                        <a:pt x="0" y="0"/>
                      </a:moveTo>
                      <a:lnTo>
                        <a:pt x="0" y="879"/>
                      </a:lnTo>
                      <a:lnTo>
                        <a:pt x="4009" y="879"/>
                      </a:lnTo>
                      <a:lnTo>
                        <a:pt x="4009" y="0"/>
                      </a:lnTo>
                      <a:lnTo>
                        <a:pt x="8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" name="Google Shape;443;p9"/>
                <p:cNvSpPr/>
                <p:nvPr/>
              </p:nvSpPr>
              <p:spPr>
                <a:xfrm flipH="1">
                  <a:off x="1618551" y="4941154"/>
                  <a:ext cx="309980" cy="71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0" h="972" extrusionOk="0">
                      <a:moveTo>
                        <a:pt x="0" y="971"/>
                      </a:moveTo>
                      <a:lnTo>
                        <a:pt x="4220" y="971"/>
                      </a:lnTo>
                      <a:lnTo>
                        <a:pt x="422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9"/>
                <p:cNvSpPr/>
                <p:nvPr/>
              </p:nvSpPr>
              <p:spPr>
                <a:xfrm flipH="1">
                  <a:off x="1573085" y="4665846"/>
                  <a:ext cx="60527" cy="60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" h="824" extrusionOk="0">
                      <a:moveTo>
                        <a:pt x="824" y="408"/>
                      </a:moveTo>
                      <a:cubicBezTo>
                        <a:pt x="824" y="619"/>
                        <a:pt x="648" y="823"/>
                        <a:pt x="409" y="823"/>
                      </a:cubicBezTo>
                      <a:cubicBezTo>
                        <a:pt x="177" y="823"/>
                        <a:pt x="1" y="619"/>
                        <a:pt x="1" y="408"/>
                      </a:cubicBezTo>
                      <a:cubicBezTo>
                        <a:pt x="1" y="176"/>
                        <a:pt x="177" y="0"/>
                        <a:pt x="409" y="0"/>
                      </a:cubicBezTo>
                      <a:cubicBezTo>
                        <a:pt x="648" y="0"/>
                        <a:pt x="824" y="176"/>
                        <a:pt x="824" y="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9"/>
                <p:cNvSpPr/>
                <p:nvPr/>
              </p:nvSpPr>
              <p:spPr>
                <a:xfrm flipH="1">
                  <a:off x="-286714" y="4241718"/>
                  <a:ext cx="747111" cy="9040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71" h="12308" extrusionOk="0">
                      <a:moveTo>
                        <a:pt x="9819" y="0"/>
                      </a:moveTo>
                      <a:lnTo>
                        <a:pt x="1" y="0"/>
                      </a:lnTo>
                      <a:lnTo>
                        <a:pt x="1" y="12308"/>
                      </a:lnTo>
                      <a:lnTo>
                        <a:pt x="10171" y="12308"/>
                      </a:lnTo>
                      <a:lnTo>
                        <a:pt x="1017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9"/>
                <p:cNvSpPr/>
                <p:nvPr/>
              </p:nvSpPr>
              <p:spPr>
                <a:xfrm flipH="1">
                  <a:off x="-1207834" y="4241718"/>
                  <a:ext cx="921199" cy="9040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1" h="12308" extrusionOk="0">
                      <a:moveTo>
                        <a:pt x="1" y="0"/>
                      </a:moveTo>
                      <a:lnTo>
                        <a:pt x="1" y="12308"/>
                      </a:lnTo>
                      <a:lnTo>
                        <a:pt x="12540" y="12308"/>
                      </a:lnTo>
                      <a:lnTo>
                        <a:pt x="1254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9"/>
                <p:cNvSpPr/>
                <p:nvPr/>
              </p:nvSpPr>
              <p:spPr>
                <a:xfrm flipH="1">
                  <a:off x="-1069885" y="4564551"/>
                  <a:ext cx="628261" cy="581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3" h="7913" extrusionOk="0">
                      <a:moveTo>
                        <a:pt x="0" y="7913"/>
                      </a:moveTo>
                      <a:lnTo>
                        <a:pt x="8553" y="7913"/>
                      </a:lnTo>
                      <a:lnTo>
                        <a:pt x="8553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9"/>
                <p:cNvSpPr/>
                <p:nvPr/>
              </p:nvSpPr>
              <p:spPr>
                <a:xfrm flipH="1">
                  <a:off x="-430833" y="3774692"/>
                  <a:ext cx="940812" cy="467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8" h="6359" extrusionOk="0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9"/>
                <p:cNvSpPr/>
                <p:nvPr/>
              </p:nvSpPr>
              <p:spPr>
                <a:xfrm flipH="1">
                  <a:off x="-1266231" y="3774692"/>
                  <a:ext cx="1005452" cy="467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88" h="6359" extrusionOk="0">
                      <a:moveTo>
                        <a:pt x="2315" y="0"/>
                      </a:moveTo>
                      <a:lnTo>
                        <a:pt x="13687" y="5655"/>
                      </a:lnTo>
                      <a:lnTo>
                        <a:pt x="13476" y="6358"/>
                      </a:lnTo>
                      <a:lnTo>
                        <a:pt x="1" y="63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" name="Google Shape;450;p9"/>
                <p:cNvSpPr/>
                <p:nvPr/>
              </p:nvSpPr>
              <p:spPr>
                <a:xfrm flipH="1">
                  <a:off x="-161692" y="4467958"/>
                  <a:ext cx="467100" cy="18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9" h="2575" extrusionOk="0">
                      <a:moveTo>
                        <a:pt x="1" y="2575"/>
                      </a:moveTo>
                      <a:lnTo>
                        <a:pt x="6359" y="2575"/>
                      </a:lnTo>
                      <a:lnTo>
                        <a:pt x="6359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" name="Google Shape;451;p9"/>
                <p:cNvSpPr/>
                <p:nvPr/>
              </p:nvSpPr>
              <p:spPr>
                <a:xfrm flipH="1">
                  <a:off x="-161692" y="4467958"/>
                  <a:ext cx="432503" cy="18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8" h="2575" extrusionOk="0">
                      <a:moveTo>
                        <a:pt x="1" y="2575"/>
                      </a:moveTo>
                      <a:lnTo>
                        <a:pt x="5888" y="2575"/>
                      </a:lnTo>
                      <a:lnTo>
                        <a:pt x="588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" name="Google Shape;452;p9"/>
                <p:cNvSpPr/>
                <p:nvPr/>
              </p:nvSpPr>
              <p:spPr>
                <a:xfrm flipH="1">
                  <a:off x="83721" y="4467958"/>
                  <a:ext cx="116279" cy="18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" h="2575" extrusionOk="0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1" y="1"/>
                      </a:lnTo>
                      <a:lnTo>
                        <a:pt x="0" y="2575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" name="Google Shape;453;p9"/>
                <p:cNvSpPr/>
                <p:nvPr/>
              </p:nvSpPr>
              <p:spPr>
                <a:xfrm flipH="1">
                  <a:off x="17025" y="4467958"/>
                  <a:ext cx="116353" cy="18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" h="2575" extrusionOk="0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2" y="1"/>
                      </a:lnTo>
                      <a:lnTo>
                        <a:pt x="1" y="2575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" name="Google Shape;454;p9"/>
                <p:cNvSpPr/>
                <p:nvPr/>
              </p:nvSpPr>
              <p:spPr>
                <a:xfrm flipH="1">
                  <a:off x="596137" y="4418376"/>
                  <a:ext cx="492957" cy="359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1" h="4896" extrusionOk="0">
                      <a:moveTo>
                        <a:pt x="1" y="4895"/>
                      </a:moveTo>
                      <a:lnTo>
                        <a:pt x="6710" y="4895"/>
                      </a:lnTo>
                      <a:lnTo>
                        <a:pt x="671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" name="Google Shape;455;p9"/>
                <p:cNvSpPr/>
                <p:nvPr/>
              </p:nvSpPr>
              <p:spPr>
                <a:xfrm flipH="1">
                  <a:off x="630220" y="4418376"/>
                  <a:ext cx="458873" cy="359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7" h="4896" extrusionOk="0">
                      <a:moveTo>
                        <a:pt x="1" y="4895"/>
                      </a:moveTo>
                      <a:lnTo>
                        <a:pt x="6246" y="4895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" name="Google Shape;456;p9"/>
                <p:cNvSpPr/>
                <p:nvPr/>
              </p:nvSpPr>
              <p:spPr>
                <a:xfrm flipH="1">
                  <a:off x="849852" y="4418376"/>
                  <a:ext cx="19686" cy="359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4896" extrusionOk="0">
                      <a:moveTo>
                        <a:pt x="1" y="4895"/>
                      </a:moveTo>
                      <a:lnTo>
                        <a:pt x="1" y="0"/>
                      </a:lnTo>
                      <a:lnTo>
                        <a:pt x="268" y="0"/>
                      </a:lnTo>
                      <a:lnTo>
                        <a:pt x="268" y="489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457;p9"/>
                <p:cNvSpPr/>
                <p:nvPr/>
              </p:nvSpPr>
              <p:spPr>
                <a:xfrm flipH="1">
                  <a:off x="630223" y="4418376"/>
                  <a:ext cx="23873" cy="359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" h="4896" extrusionOk="0">
                      <a:moveTo>
                        <a:pt x="1" y="4895"/>
                      </a:moveTo>
                      <a:lnTo>
                        <a:pt x="324" y="4895"/>
                      </a:lnTo>
                      <a:lnTo>
                        <a:pt x="324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" name="Google Shape;458;p9"/>
                <p:cNvSpPr/>
                <p:nvPr/>
              </p:nvSpPr>
              <p:spPr>
                <a:xfrm flipH="1">
                  <a:off x="630220" y="4586294"/>
                  <a:ext cx="458873" cy="21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7" h="296" extrusionOk="0">
                      <a:moveTo>
                        <a:pt x="1" y="296"/>
                      </a:moveTo>
                      <a:lnTo>
                        <a:pt x="6246" y="296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459;p9"/>
                <p:cNvSpPr/>
                <p:nvPr/>
              </p:nvSpPr>
              <p:spPr>
                <a:xfrm flipH="1">
                  <a:off x="951072" y="4476846"/>
                  <a:ext cx="71398" cy="79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" h="1083" extrusionOk="0">
                      <a:moveTo>
                        <a:pt x="884" y="1"/>
                      </a:moveTo>
                      <a:cubicBezTo>
                        <a:pt x="861" y="1"/>
                        <a:pt x="838" y="10"/>
                        <a:pt x="824" y="27"/>
                      </a:cubicBezTo>
                      <a:lnTo>
                        <a:pt x="36" y="935"/>
                      </a:lnTo>
                      <a:cubicBezTo>
                        <a:pt x="1" y="963"/>
                        <a:pt x="1" y="1019"/>
                        <a:pt x="36" y="1047"/>
                      </a:cubicBezTo>
                      <a:cubicBezTo>
                        <a:pt x="36" y="1047"/>
                        <a:pt x="64" y="1082"/>
                        <a:pt x="92" y="1082"/>
                      </a:cubicBezTo>
                      <a:cubicBezTo>
                        <a:pt x="92" y="1082"/>
                        <a:pt x="121" y="1047"/>
                        <a:pt x="149" y="1047"/>
                      </a:cubicBezTo>
                      <a:lnTo>
                        <a:pt x="943" y="112"/>
                      </a:lnTo>
                      <a:cubicBezTo>
                        <a:pt x="972" y="84"/>
                        <a:pt x="972" y="55"/>
                        <a:pt x="943" y="27"/>
                      </a:cubicBezTo>
                      <a:cubicBezTo>
                        <a:pt x="929" y="10"/>
                        <a:pt x="906" y="1"/>
                        <a:pt x="88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" name="Google Shape;460;p9"/>
                <p:cNvSpPr/>
                <p:nvPr/>
              </p:nvSpPr>
              <p:spPr>
                <a:xfrm flipH="1">
                  <a:off x="688619" y="4638447"/>
                  <a:ext cx="72941" cy="791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3" h="1077" extrusionOk="0">
                      <a:moveTo>
                        <a:pt x="907" y="1"/>
                      </a:moveTo>
                      <a:cubicBezTo>
                        <a:pt x="885" y="1"/>
                        <a:pt x="862" y="8"/>
                        <a:pt x="845" y="22"/>
                      </a:cubicBezTo>
                      <a:lnTo>
                        <a:pt x="29" y="929"/>
                      </a:lnTo>
                      <a:cubicBezTo>
                        <a:pt x="1" y="957"/>
                        <a:pt x="29" y="1020"/>
                        <a:pt x="57" y="1048"/>
                      </a:cubicBezTo>
                      <a:lnTo>
                        <a:pt x="85" y="1077"/>
                      </a:lnTo>
                      <a:cubicBezTo>
                        <a:pt x="113" y="1077"/>
                        <a:pt x="141" y="1048"/>
                        <a:pt x="141" y="1048"/>
                      </a:cubicBezTo>
                      <a:lnTo>
                        <a:pt x="964" y="113"/>
                      </a:lnTo>
                      <a:cubicBezTo>
                        <a:pt x="992" y="78"/>
                        <a:pt x="992" y="50"/>
                        <a:pt x="964" y="22"/>
                      </a:cubicBezTo>
                      <a:cubicBezTo>
                        <a:pt x="950" y="8"/>
                        <a:pt x="929" y="1"/>
                        <a:pt x="907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" name="Google Shape;461;p9"/>
                <p:cNvSpPr/>
                <p:nvPr/>
              </p:nvSpPr>
              <p:spPr>
                <a:xfrm flipH="1">
                  <a:off x="740331" y="4655488"/>
                  <a:ext cx="70811" cy="791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077" extrusionOk="0">
                      <a:moveTo>
                        <a:pt x="894" y="1"/>
                      </a:moveTo>
                      <a:cubicBezTo>
                        <a:pt x="880" y="1"/>
                        <a:pt x="866" y="8"/>
                        <a:pt x="851" y="22"/>
                      </a:cubicBezTo>
                      <a:lnTo>
                        <a:pt x="29" y="964"/>
                      </a:lnTo>
                      <a:cubicBezTo>
                        <a:pt x="0" y="992"/>
                        <a:pt x="0" y="1020"/>
                        <a:pt x="29" y="1048"/>
                      </a:cubicBezTo>
                      <a:cubicBezTo>
                        <a:pt x="29" y="1077"/>
                        <a:pt x="57" y="1077"/>
                        <a:pt x="85" y="1077"/>
                      </a:cubicBezTo>
                      <a:cubicBezTo>
                        <a:pt x="85" y="1077"/>
                        <a:pt x="113" y="1077"/>
                        <a:pt x="148" y="1048"/>
                      </a:cubicBezTo>
                      <a:lnTo>
                        <a:pt x="964" y="141"/>
                      </a:lnTo>
                      <a:cubicBezTo>
                        <a:pt x="964" y="113"/>
                        <a:pt x="964" y="57"/>
                        <a:pt x="936" y="22"/>
                      </a:cubicBezTo>
                      <a:cubicBezTo>
                        <a:pt x="922" y="8"/>
                        <a:pt x="908" y="1"/>
                        <a:pt x="89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" name="Google Shape;462;p9"/>
                <p:cNvSpPr/>
                <p:nvPr/>
              </p:nvSpPr>
              <p:spPr>
                <a:xfrm flipH="1">
                  <a:off x="-430833" y="3774692"/>
                  <a:ext cx="940812" cy="467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8" h="6359" extrusionOk="0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63" name="Google Shape;463;p9"/>
              <p:cNvSpPr/>
              <p:nvPr/>
            </p:nvSpPr>
            <p:spPr>
              <a:xfrm>
                <a:off x="545650" y="1293100"/>
                <a:ext cx="840952" cy="1162694"/>
              </a:xfrm>
              <a:custGeom>
                <a:avLst/>
                <a:gdLst/>
                <a:ahLst/>
                <a:cxnLst/>
                <a:rect l="l" t="t" r="r" b="b"/>
                <a:pathLst>
                  <a:path w="12864" h="17785" extrusionOk="0">
                    <a:moveTo>
                      <a:pt x="6478" y="3219"/>
                    </a:moveTo>
                    <a:cubicBezTo>
                      <a:pt x="8152" y="3219"/>
                      <a:pt x="9495" y="4569"/>
                      <a:pt x="9495" y="6243"/>
                    </a:cubicBezTo>
                    <a:cubicBezTo>
                      <a:pt x="9495" y="7910"/>
                      <a:pt x="8116" y="9260"/>
                      <a:pt x="6450" y="9260"/>
                    </a:cubicBezTo>
                    <a:cubicBezTo>
                      <a:pt x="4811" y="9260"/>
                      <a:pt x="3461" y="7882"/>
                      <a:pt x="3461" y="6243"/>
                    </a:cubicBezTo>
                    <a:cubicBezTo>
                      <a:pt x="3461" y="4569"/>
                      <a:pt x="4811" y="3219"/>
                      <a:pt x="6478" y="3219"/>
                    </a:cubicBezTo>
                    <a:close/>
                    <a:moveTo>
                      <a:pt x="6470" y="1"/>
                    </a:moveTo>
                    <a:cubicBezTo>
                      <a:pt x="4106" y="1"/>
                      <a:pt x="1916" y="1340"/>
                      <a:pt x="880" y="3458"/>
                    </a:cubicBezTo>
                    <a:cubicBezTo>
                      <a:pt x="148" y="4949"/>
                      <a:pt x="0" y="6475"/>
                      <a:pt x="591" y="8030"/>
                    </a:cubicBezTo>
                    <a:cubicBezTo>
                      <a:pt x="795" y="8557"/>
                      <a:pt x="1027" y="9085"/>
                      <a:pt x="1259" y="9612"/>
                    </a:cubicBezTo>
                    <a:cubicBezTo>
                      <a:pt x="2202" y="11546"/>
                      <a:pt x="3341" y="13361"/>
                      <a:pt x="4572" y="15119"/>
                    </a:cubicBezTo>
                    <a:cubicBezTo>
                      <a:pt x="5163" y="16026"/>
                      <a:pt x="5803" y="16877"/>
                      <a:pt x="6450" y="17784"/>
                    </a:cubicBezTo>
                    <a:cubicBezTo>
                      <a:pt x="6569" y="17672"/>
                      <a:pt x="6625" y="17609"/>
                      <a:pt x="6682" y="17524"/>
                    </a:cubicBezTo>
                    <a:cubicBezTo>
                      <a:pt x="7737" y="15998"/>
                      <a:pt x="8820" y="14472"/>
                      <a:pt x="9847" y="12925"/>
                    </a:cubicBezTo>
                    <a:cubicBezTo>
                      <a:pt x="10754" y="11483"/>
                      <a:pt x="11577" y="9992"/>
                      <a:pt x="12224" y="8409"/>
                    </a:cubicBezTo>
                    <a:cubicBezTo>
                      <a:pt x="12751" y="7122"/>
                      <a:pt x="12864" y="5828"/>
                      <a:pt x="12456" y="4485"/>
                    </a:cubicBezTo>
                    <a:cubicBezTo>
                      <a:pt x="11752" y="2023"/>
                      <a:pt x="9586" y="230"/>
                      <a:pt x="7033" y="26"/>
                    </a:cubicBezTo>
                    <a:cubicBezTo>
                      <a:pt x="6845" y="9"/>
                      <a:pt x="6657" y="1"/>
                      <a:pt x="64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128588" dist="295275" dir="8280000" algn="bl" rotWithShape="0">
                  <a:schemeClr val="dk1">
                    <a:alpha val="2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4" name="Google Shape;464;p9"/>
            <p:cNvGrpSpPr/>
            <p:nvPr/>
          </p:nvGrpSpPr>
          <p:grpSpPr>
            <a:xfrm>
              <a:off x="-1069884" y="667175"/>
              <a:ext cx="3234694" cy="2252997"/>
              <a:chOff x="5073841" y="1000275"/>
              <a:chExt cx="3234694" cy="2252997"/>
            </a:xfrm>
          </p:grpSpPr>
          <p:sp>
            <p:nvSpPr>
              <p:cNvPr id="465" name="Google Shape;465;p9"/>
              <p:cNvSpPr/>
              <p:nvPr/>
            </p:nvSpPr>
            <p:spPr>
              <a:xfrm>
                <a:off x="5073841" y="2299616"/>
                <a:ext cx="1415426" cy="380324"/>
              </a:xfrm>
              <a:custGeom>
                <a:avLst/>
                <a:gdLst/>
                <a:ahLst/>
                <a:cxnLst/>
                <a:rect l="l" t="t" r="r" b="b"/>
                <a:pathLst>
                  <a:path w="13744" h="3693" extrusionOk="0">
                    <a:moveTo>
                      <a:pt x="13743" y="3693"/>
                    </a:moveTo>
                    <a:lnTo>
                      <a:pt x="13743" y="3489"/>
                    </a:lnTo>
                    <a:cubicBezTo>
                      <a:pt x="13743" y="1555"/>
                      <a:pt x="11894" y="1"/>
                      <a:pt x="9608" y="1"/>
                    </a:cubicBezTo>
                    <a:cubicBezTo>
                      <a:pt x="7850" y="1"/>
                      <a:pt x="6359" y="943"/>
                      <a:pt x="5768" y="2230"/>
                    </a:cubicBezTo>
                    <a:cubicBezTo>
                      <a:pt x="5156" y="1674"/>
                      <a:pt x="4277" y="1323"/>
                      <a:pt x="3306" y="1323"/>
                    </a:cubicBezTo>
                    <a:cubicBezTo>
                      <a:pt x="1639" y="1323"/>
                      <a:pt x="261" y="2350"/>
                      <a:pt x="1" y="36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9"/>
              <p:cNvSpPr/>
              <p:nvPr/>
            </p:nvSpPr>
            <p:spPr>
              <a:xfrm>
                <a:off x="7651424" y="3077173"/>
                <a:ext cx="657111" cy="176099"/>
              </a:xfrm>
              <a:custGeom>
                <a:avLst/>
                <a:gdLst/>
                <a:ahLst/>
                <a:cxnLst/>
                <a:rect l="l" t="t" r="r" b="b"/>
                <a:pathLst>
                  <a:path w="15093" h="4045" extrusionOk="0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9"/>
              <p:cNvSpPr/>
              <p:nvPr/>
            </p:nvSpPr>
            <p:spPr>
              <a:xfrm>
                <a:off x="6911971" y="1000275"/>
                <a:ext cx="657111" cy="176099"/>
              </a:xfrm>
              <a:custGeom>
                <a:avLst/>
                <a:gdLst/>
                <a:ahLst/>
                <a:cxnLst/>
                <a:rect l="l" t="t" r="r" b="b"/>
                <a:pathLst>
                  <a:path w="15093" h="4045" extrusionOk="0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0"/>
          <p:cNvSpPr>
            <a:spLocks noGrp="1"/>
          </p:cNvSpPr>
          <p:nvPr>
            <p:ph type="pic" idx="2"/>
          </p:nvPr>
        </p:nvSpPr>
        <p:spPr>
          <a:xfrm>
            <a:off x="-13550" y="-3525"/>
            <a:ext cx="9157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10"/>
          <p:cNvSpPr txBox="1">
            <a:spLocks noGrp="1"/>
          </p:cNvSpPr>
          <p:nvPr>
            <p:ph type="title"/>
          </p:nvPr>
        </p:nvSpPr>
        <p:spPr>
          <a:xfrm>
            <a:off x="720000" y="3603625"/>
            <a:ext cx="6099000" cy="10050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71" name="Google Shape;471;p10"/>
          <p:cNvGrpSpPr/>
          <p:nvPr/>
        </p:nvGrpSpPr>
        <p:grpSpPr>
          <a:xfrm>
            <a:off x="7253602" y="683900"/>
            <a:ext cx="2531246" cy="4477606"/>
            <a:chOff x="7253602" y="683900"/>
            <a:chExt cx="2531246" cy="4477606"/>
          </a:xfrm>
        </p:grpSpPr>
        <p:grpSp>
          <p:nvGrpSpPr>
            <p:cNvPr id="472" name="Google Shape;472;p10"/>
            <p:cNvGrpSpPr/>
            <p:nvPr/>
          </p:nvGrpSpPr>
          <p:grpSpPr>
            <a:xfrm>
              <a:off x="7253602" y="3944550"/>
              <a:ext cx="1606264" cy="1195426"/>
              <a:chOff x="5951675" y="3577056"/>
              <a:chExt cx="1387821" cy="1032855"/>
            </a:xfrm>
          </p:grpSpPr>
          <p:sp>
            <p:nvSpPr>
              <p:cNvPr id="473" name="Google Shape;473;p10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avLst/>
                <a:gdLst/>
                <a:ahLst/>
                <a:cxnLst/>
                <a:rect l="l" t="t" r="r" b="b"/>
                <a:pathLst>
                  <a:path w="3960" h="4277" extrusionOk="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04775" dir="8280000" algn="bl" rotWithShape="0">
                  <a:schemeClr val="dk1">
                    <a:alpha val="4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avLst/>
                <a:gdLst/>
                <a:ahLst/>
                <a:cxnLst/>
                <a:rect l="l" t="t" r="r" b="b"/>
                <a:pathLst>
                  <a:path w="5163" h="5543" extrusionOk="0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dist="104775" dir="8280000" algn="bl" rotWithShape="0">
                  <a:schemeClr val="dk1">
                    <a:alpha val="4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5" name="Google Shape;475;p10"/>
            <p:cNvGrpSpPr/>
            <p:nvPr/>
          </p:nvGrpSpPr>
          <p:grpSpPr>
            <a:xfrm>
              <a:off x="7931091" y="683900"/>
              <a:ext cx="1853757" cy="4477606"/>
              <a:chOff x="7931091" y="683900"/>
              <a:chExt cx="1853757" cy="4477606"/>
            </a:xfrm>
          </p:grpSpPr>
          <p:grpSp>
            <p:nvGrpSpPr>
              <p:cNvPr id="476" name="Google Shape;476;p10"/>
              <p:cNvGrpSpPr/>
              <p:nvPr/>
            </p:nvGrpSpPr>
            <p:grpSpPr>
              <a:xfrm>
                <a:off x="7931091" y="2140708"/>
                <a:ext cx="1853757" cy="3020798"/>
                <a:chOff x="525125" y="1486050"/>
                <a:chExt cx="2124163" cy="3461439"/>
              </a:xfrm>
            </p:grpSpPr>
            <p:sp>
              <p:nvSpPr>
                <p:cNvPr id="477" name="Google Shape;477;p10"/>
                <p:cNvSpPr/>
                <p:nvPr/>
              </p:nvSpPr>
              <p:spPr>
                <a:xfrm>
                  <a:off x="2089519" y="1606352"/>
                  <a:ext cx="464572" cy="334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5" h="50379" extrusionOk="0">
                      <a:moveTo>
                        <a:pt x="4044" y="1"/>
                      </a:moveTo>
                      <a:lnTo>
                        <a:pt x="0" y="7533"/>
                      </a:lnTo>
                      <a:lnTo>
                        <a:pt x="0" y="50378"/>
                      </a:lnTo>
                      <a:lnTo>
                        <a:pt x="7005" y="50378"/>
                      </a:lnTo>
                      <a:lnTo>
                        <a:pt x="7005" y="83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8" name="Google Shape;478;p10"/>
                <p:cNvSpPr/>
                <p:nvPr/>
              </p:nvSpPr>
              <p:spPr>
                <a:xfrm>
                  <a:off x="2250873" y="2667452"/>
                  <a:ext cx="174952" cy="392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8" h="5923" extrusionOk="0">
                      <a:moveTo>
                        <a:pt x="1" y="1"/>
                      </a:moveTo>
                      <a:lnTo>
                        <a:pt x="2638" y="64"/>
                      </a:lnTo>
                      <a:lnTo>
                        <a:pt x="2638" y="5923"/>
                      </a:lnTo>
                      <a:lnTo>
                        <a:pt x="1" y="583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10"/>
                <p:cNvSpPr/>
                <p:nvPr/>
              </p:nvSpPr>
              <p:spPr>
                <a:xfrm>
                  <a:off x="2369318" y="2671697"/>
                  <a:ext cx="56505" cy="388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" h="5859" extrusionOk="0">
                      <a:moveTo>
                        <a:pt x="1" y="5831"/>
                      </a:moveTo>
                      <a:lnTo>
                        <a:pt x="852" y="5859"/>
                      </a:lnTo>
                      <a:lnTo>
                        <a:pt x="852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0" name="Google Shape;480;p10"/>
                <p:cNvSpPr/>
                <p:nvPr/>
              </p:nvSpPr>
              <p:spPr>
                <a:xfrm>
                  <a:off x="653386" y="1524780"/>
                  <a:ext cx="1436226" cy="3422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56" h="51609" extrusionOk="0">
                      <a:moveTo>
                        <a:pt x="1" y="51608"/>
                      </a:moveTo>
                      <a:lnTo>
                        <a:pt x="21655" y="51608"/>
                      </a:lnTo>
                      <a:lnTo>
                        <a:pt x="21655" y="0"/>
                      </a:lnTo>
                      <a:lnTo>
                        <a:pt x="6035" y="0"/>
                      </a:lnTo>
                      <a:lnTo>
                        <a:pt x="1" y="938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10"/>
                <p:cNvSpPr/>
                <p:nvPr/>
              </p:nvSpPr>
              <p:spPr>
                <a:xfrm>
                  <a:off x="1502266" y="2648353"/>
                  <a:ext cx="359720" cy="363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4" h="5480" extrusionOk="0">
                      <a:moveTo>
                        <a:pt x="1" y="5479"/>
                      </a:moveTo>
                      <a:lnTo>
                        <a:pt x="5423" y="5479"/>
                      </a:lnTo>
                      <a:lnTo>
                        <a:pt x="542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10"/>
                <p:cNvSpPr/>
                <p:nvPr/>
              </p:nvSpPr>
              <p:spPr>
                <a:xfrm>
                  <a:off x="1537283" y="2648353"/>
                  <a:ext cx="324703" cy="363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96" h="5480" extrusionOk="0">
                      <a:moveTo>
                        <a:pt x="0" y="5479"/>
                      </a:moveTo>
                      <a:lnTo>
                        <a:pt x="4895" y="5479"/>
                      </a:lnTo>
                      <a:lnTo>
                        <a:pt x="4895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0"/>
                <p:cNvSpPr/>
                <p:nvPr/>
              </p:nvSpPr>
              <p:spPr>
                <a:xfrm>
                  <a:off x="653386" y="4570469"/>
                  <a:ext cx="1436226" cy="376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56" h="5684" extrusionOk="0">
                      <a:moveTo>
                        <a:pt x="1" y="5683"/>
                      </a:moveTo>
                      <a:lnTo>
                        <a:pt x="21655" y="5683"/>
                      </a:lnTo>
                      <a:lnTo>
                        <a:pt x="21655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0"/>
                <p:cNvSpPr/>
                <p:nvPr/>
              </p:nvSpPr>
              <p:spPr>
                <a:xfrm>
                  <a:off x="2089519" y="4570469"/>
                  <a:ext cx="464572" cy="376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5" h="5684" extrusionOk="0">
                      <a:moveTo>
                        <a:pt x="0" y="5683"/>
                      </a:moveTo>
                      <a:lnTo>
                        <a:pt x="7005" y="5683"/>
                      </a:lnTo>
                      <a:lnTo>
                        <a:pt x="700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AE9DC">
                    <a:alpha val="393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0"/>
                <p:cNvSpPr/>
                <p:nvPr/>
              </p:nvSpPr>
              <p:spPr>
                <a:xfrm>
                  <a:off x="880527" y="2648353"/>
                  <a:ext cx="357796" cy="363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5" h="5480" extrusionOk="0">
                      <a:moveTo>
                        <a:pt x="1" y="5479"/>
                      </a:moveTo>
                      <a:lnTo>
                        <a:pt x="5395" y="5479"/>
                      </a:lnTo>
                      <a:lnTo>
                        <a:pt x="539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0"/>
                <p:cNvSpPr/>
                <p:nvPr/>
              </p:nvSpPr>
              <p:spPr>
                <a:xfrm>
                  <a:off x="907586" y="2648353"/>
                  <a:ext cx="330738" cy="363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87" h="5480" extrusionOk="0">
                      <a:moveTo>
                        <a:pt x="1" y="5479"/>
                      </a:moveTo>
                      <a:lnTo>
                        <a:pt x="4987" y="5479"/>
                      </a:lnTo>
                      <a:lnTo>
                        <a:pt x="4987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10"/>
                <p:cNvSpPr/>
                <p:nvPr/>
              </p:nvSpPr>
              <p:spPr>
                <a:xfrm>
                  <a:off x="526982" y="4801325"/>
                  <a:ext cx="2120449" cy="146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3" h="2203" extrusionOk="0">
                      <a:moveTo>
                        <a:pt x="1" y="2202"/>
                      </a:moveTo>
                      <a:lnTo>
                        <a:pt x="31973" y="2202"/>
                      </a:lnTo>
                      <a:lnTo>
                        <a:pt x="3197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" name="Google Shape;488;p10"/>
                <p:cNvSpPr/>
                <p:nvPr/>
              </p:nvSpPr>
              <p:spPr>
                <a:xfrm>
                  <a:off x="2157562" y="4801325"/>
                  <a:ext cx="489840" cy="146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86" h="2203" extrusionOk="0">
                      <a:moveTo>
                        <a:pt x="1" y="2202"/>
                      </a:moveTo>
                      <a:lnTo>
                        <a:pt x="7386" y="2202"/>
                      </a:lnTo>
                      <a:lnTo>
                        <a:pt x="7386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489;p10"/>
                <p:cNvSpPr/>
                <p:nvPr/>
              </p:nvSpPr>
              <p:spPr>
                <a:xfrm>
                  <a:off x="1096462" y="3635308"/>
                  <a:ext cx="520612" cy="872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0" h="13159" extrusionOk="0">
                      <a:moveTo>
                        <a:pt x="1" y="13159"/>
                      </a:moveTo>
                      <a:lnTo>
                        <a:pt x="7850" y="13159"/>
                      </a:lnTo>
                      <a:lnTo>
                        <a:pt x="785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0" name="Google Shape;490;p10"/>
                <p:cNvSpPr/>
                <p:nvPr/>
              </p:nvSpPr>
              <p:spPr>
                <a:xfrm>
                  <a:off x="1158536" y="3635308"/>
                  <a:ext cx="458536" cy="872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4" h="13159" extrusionOk="0">
                      <a:moveTo>
                        <a:pt x="0" y="13159"/>
                      </a:moveTo>
                      <a:lnTo>
                        <a:pt x="6914" y="13159"/>
                      </a:lnTo>
                      <a:lnTo>
                        <a:pt x="69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491;p10"/>
                <p:cNvSpPr/>
                <p:nvPr/>
              </p:nvSpPr>
              <p:spPr>
                <a:xfrm>
                  <a:off x="1214973" y="3693603"/>
                  <a:ext cx="308852" cy="1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7" h="1731" extrusionOk="0">
                      <a:moveTo>
                        <a:pt x="0" y="1731"/>
                      </a:moveTo>
                      <a:lnTo>
                        <a:pt x="4656" y="1731"/>
                      </a:lnTo>
                      <a:lnTo>
                        <a:pt x="46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10"/>
                <p:cNvSpPr/>
                <p:nvPr/>
              </p:nvSpPr>
              <p:spPr>
                <a:xfrm>
                  <a:off x="1251780" y="3693603"/>
                  <a:ext cx="272045" cy="1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731" extrusionOk="0">
                      <a:moveTo>
                        <a:pt x="1" y="1731"/>
                      </a:moveTo>
                      <a:lnTo>
                        <a:pt x="4101" y="1731"/>
                      </a:lnTo>
                      <a:lnTo>
                        <a:pt x="410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493;p10"/>
                <p:cNvSpPr/>
                <p:nvPr/>
              </p:nvSpPr>
              <p:spPr>
                <a:xfrm>
                  <a:off x="1055476" y="3553670"/>
                  <a:ext cx="600793" cy="81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" h="1232" extrusionOk="0">
                      <a:moveTo>
                        <a:pt x="0" y="1"/>
                      </a:moveTo>
                      <a:lnTo>
                        <a:pt x="9059" y="1"/>
                      </a:lnTo>
                      <a:lnTo>
                        <a:pt x="9059" y="1231"/>
                      </a:lnTo>
                      <a:lnTo>
                        <a:pt x="0" y="12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10"/>
                <p:cNvSpPr/>
                <p:nvPr/>
              </p:nvSpPr>
              <p:spPr>
                <a:xfrm>
                  <a:off x="1306361" y="4504217"/>
                  <a:ext cx="310709" cy="297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5" h="4481" extrusionOk="0">
                      <a:moveTo>
                        <a:pt x="3046" y="1"/>
                      </a:moveTo>
                      <a:lnTo>
                        <a:pt x="3046" y="1555"/>
                      </a:lnTo>
                      <a:lnTo>
                        <a:pt x="1407" y="1555"/>
                      </a:lnTo>
                      <a:lnTo>
                        <a:pt x="1407" y="2990"/>
                      </a:lnTo>
                      <a:lnTo>
                        <a:pt x="113" y="2990"/>
                      </a:lnTo>
                      <a:lnTo>
                        <a:pt x="113" y="4481"/>
                      </a:lnTo>
                      <a:lnTo>
                        <a:pt x="1" y="4481"/>
                      </a:lnTo>
                      <a:lnTo>
                        <a:pt x="4685" y="4481"/>
                      </a:lnTo>
                      <a:lnTo>
                        <a:pt x="46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10"/>
                <p:cNvSpPr/>
                <p:nvPr/>
              </p:nvSpPr>
              <p:spPr>
                <a:xfrm>
                  <a:off x="859107" y="4702444"/>
                  <a:ext cx="454823" cy="98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8" h="1492" extrusionOk="0">
                      <a:moveTo>
                        <a:pt x="1702" y="1"/>
                      </a:moveTo>
                      <a:lnTo>
                        <a:pt x="1702" y="1"/>
                      </a:lnTo>
                      <a:lnTo>
                        <a:pt x="0" y="1"/>
                      </a:lnTo>
                      <a:lnTo>
                        <a:pt x="0" y="1492"/>
                      </a:lnTo>
                      <a:lnTo>
                        <a:pt x="6857" y="1492"/>
                      </a:lnTo>
                      <a:lnTo>
                        <a:pt x="68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6" name="Google Shape;496;p10"/>
                <p:cNvSpPr/>
                <p:nvPr/>
              </p:nvSpPr>
              <p:spPr>
                <a:xfrm>
                  <a:off x="971981" y="4607342"/>
                  <a:ext cx="427764" cy="951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0" h="1435" extrusionOk="0">
                      <a:moveTo>
                        <a:pt x="0" y="0"/>
                      </a:moveTo>
                      <a:lnTo>
                        <a:pt x="0" y="1435"/>
                      </a:lnTo>
                      <a:lnTo>
                        <a:pt x="6449" y="1435"/>
                      </a:lnTo>
                      <a:lnTo>
                        <a:pt x="6449" y="0"/>
                      </a:lnTo>
                      <a:lnTo>
                        <a:pt x="12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7" name="Google Shape;497;p10"/>
                <p:cNvSpPr/>
                <p:nvPr/>
              </p:nvSpPr>
              <p:spPr>
                <a:xfrm>
                  <a:off x="1057333" y="4504217"/>
                  <a:ext cx="451109" cy="103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2" h="1556" extrusionOk="0">
                      <a:moveTo>
                        <a:pt x="0" y="1555"/>
                      </a:moveTo>
                      <a:lnTo>
                        <a:pt x="6801" y="1555"/>
                      </a:lnTo>
                      <a:lnTo>
                        <a:pt x="6801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8" name="Google Shape;498;p10"/>
                <p:cNvSpPr/>
                <p:nvPr/>
              </p:nvSpPr>
              <p:spPr>
                <a:xfrm>
                  <a:off x="1485023" y="4104049"/>
                  <a:ext cx="87277" cy="87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" h="1316" extrusionOk="0">
                      <a:moveTo>
                        <a:pt x="1316" y="640"/>
                      </a:moveTo>
                      <a:cubicBezTo>
                        <a:pt x="1316" y="1020"/>
                        <a:pt x="1027" y="1316"/>
                        <a:pt x="676" y="1316"/>
                      </a:cubicBezTo>
                      <a:cubicBezTo>
                        <a:pt x="296" y="1316"/>
                        <a:pt x="0" y="1020"/>
                        <a:pt x="0" y="640"/>
                      </a:cubicBezTo>
                      <a:cubicBezTo>
                        <a:pt x="0" y="289"/>
                        <a:pt x="296" y="0"/>
                        <a:pt x="676" y="0"/>
                      </a:cubicBezTo>
                      <a:cubicBezTo>
                        <a:pt x="1027" y="0"/>
                        <a:pt x="1316" y="289"/>
                        <a:pt x="1316" y="64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10"/>
                <p:cNvSpPr/>
                <p:nvPr/>
              </p:nvSpPr>
              <p:spPr>
                <a:xfrm>
                  <a:off x="2386628" y="2671697"/>
                  <a:ext cx="39195" cy="388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" h="5859" extrusionOk="0">
                      <a:moveTo>
                        <a:pt x="0" y="5831"/>
                      </a:moveTo>
                      <a:lnTo>
                        <a:pt x="591" y="5859"/>
                      </a:lnTo>
                      <a:lnTo>
                        <a:pt x="5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0" name="Google Shape;500;p10"/>
                <p:cNvSpPr/>
                <p:nvPr/>
              </p:nvSpPr>
              <p:spPr>
                <a:xfrm>
                  <a:off x="2250873" y="3289655"/>
                  <a:ext cx="174952" cy="392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8" h="5916" extrusionOk="0">
                      <a:moveTo>
                        <a:pt x="1" y="1"/>
                      </a:moveTo>
                      <a:lnTo>
                        <a:pt x="2638" y="85"/>
                      </a:lnTo>
                      <a:lnTo>
                        <a:pt x="2638" y="5916"/>
                      </a:lnTo>
                      <a:lnTo>
                        <a:pt x="1" y="58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1" name="Google Shape;501;p10"/>
                <p:cNvSpPr/>
                <p:nvPr/>
              </p:nvSpPr>
              <p:spPr>
                <a:xfrm>
                  <a:off x="2369318" y="3293435"/>
                  <a:ext cx="56505" cy="388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" h="5859" extrusionOk="0">
                      <a:moveTo>
                        <a:pt x="1" y="5831"/>
                      </a:moveTo>
                      <a:lnTo>
                        <a:pt x="852" y="5859"/>
                      </a:lnTo>
                      <a:lnTo>
                        <a:pt x="852" y="2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2" name="Google Shape;502;p10"/>
                <p:cNvSpPr/>
                <p:nvPr/>
              </p:nvSpPr>
              <p:spPr>
                <a:xfrm>
                  <a:off x="2386628" y="3293435"/>
                  <a:ext cx="39195" cy="388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" h="5859" extrusionOk="0">
                      <a:moveTo>
                        <a:pt x="0" y="5831"/>
                      </a:moveTo>
                      <a:lnTo>
                        <a:pt x="591" y="5859"/>
                      </a:lnTo>
                      <a:lnTo>
                        <a:pt x="591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3" name="Google Shape;503;p10"/>
                <p:cNvSpPr/>
                <p:nvPr/>
              </p:nvSpPr>
              <p:spPr>
                <a:xfrm>
                  <a:off x="880527" y="2648353"/>
                  <a:ext cx="357796" cy="1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5" h="1731" extrusionOk="0">
                      <a:moveTo>
                        <a:pt x="1" y="1731"/>
                      </a:moveTo>
                      <a:lnTo>
                        <a:pt x="5395" y="1731"/>
                      </a:lnTo>
                      <a:lnTo>
                        <a:pt x="539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10"/>
                <p:cNvSpPr/>
                <p:nvPr/>
              </p:nvSpPr>
              <p:spPr>
                <a:xfrm>
                  <a:off x="843721" y="3005612"/>
                  <a:ext cx="433335" cy="99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4" h="1499" extrusionOk="0">
                      <a:moveTo>
                        <a:pt x="0" y="1499"/>
                      </a:moveTo>
                      <a:lnTo>
                        <a:pt x="6534" y="1499"/>
                      </a:lnTo>
                      <a:lnTo>
                        <a:pt x="6534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10"/>
                <p:cNvSpPr/>
                <p:nvPr/>
              </p:nvSpPr>
              <p:spPr>
                <a:xfrm>
                  <a:off x="1502266" y="2648353"/>
                  <a:ext cx="359720" cy="1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4" h="1731" extrusionOk="0">
                      <a:moveTo>
                        <a:pt x="1" y="1731"/>
                      </a:moveTo>
                      <a:lnTo>
                        <a:pt x="5423" y="1731"/>
                      </a:lnTo>
                      <a:lnTo>
                        <a:pt x="542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506;p10"/>
                <p:cNvSpPr/>
                <p:nvPr/>
              </p:nvSpPr>
              <p:spPr>
                <a:xfrm>
                  <a:off x="1467316" y="3005612"/>
                  <a:ext cx="431478" cy="99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06" h="1499" extrusionOk="0">
                      <a:moveTo>
                        <a:pt x="0" y="1499"/>
                      </a:moveTo>
                      <a:lnTo>
                        <a:pt x="6506" y="1499"/>
                      </a:lnTo>
                      <a:lnTo>
                        <a:pt x="6506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507;p10"/>
                <p:cNvSpPr/>
                <p:nvPr/>
              </p:nvSpPr>
              <p:spPr>
                <a:xfrm>
                  <a:off x="525125" y="1486050"/>
                  <a:ext cx="2124163" cy="773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29" h="11662" extrusionOk="0">
                      <a:moveTo>
                        <a:pt x="32029" y="10930"/>
                      </a:moveTo>
                      <a:lnTo>
                        <a:pt x="27893" y="0"/>
                      </a:lnTo>
                      <a:lnTo>
                        <a:pt x="6415" y="0"/>
                      </a:lnTo>
                      <a:lnTo>
                        <a:pt x="1" y="10817"/>
                      </a:lnTo>
                      <a:lnTo>
                        <a:pt x="493" y="11661"/>
                      </a:lnTo>
                      <a:lnTo>
                        <a:pt x="22330" y="11661"/>
                      </a:lnTo>
                      <a:lnTo>
                        <a:pt x="27633" y="1815"/>
                      </a:lnTo>
                      <a:lnTo>
                        <a:pt x="31150" y="11661"/>
                      </a:lnTo>
                      <a:lnTo>
                        <a:pt x="31649" y="11661"/>
                      </a:lnTo>
                      <a:close/>
                    </a:path>
                  </a:pathLst>
                </a:custGeom>
                <a:solidFill>
                  <a:srgbClr val="C5566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8" name="Google Shape;508;p10"/>
                <p:cNvSpPr/>
                <p:nvPr/>
              </p:nvSpPr>
              <p:spPr>
                <a:xfrm>
                  <a:off x="525125" y="1486050"/>
                  <a:ext cx="2124163" cy="773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29" h="11662" extrusionOk="0">
                      <a:moveTo>
                        <a:pt x="32029" y="10930"/>
                      </a:moveTo>
                      <a:lnTo>
                        <a:pt x="27893" y="0"/>
                      </a:lnTo>
                      <a:lnTo>
                        <a:pt x="6415" y="0"/>
                      </a:lnTo>
                      <a:lnTo>
                        <a:pt x="1" y="10817"/>
                      </a:lnTo>
                      <a:lnTo>
                        <a:pt x="493" y="11661"/>
                      </a:lnTo>
                      <a:lnTo>
                        <a:pt x="22330" y="11661"/>
                      </a:lnTo>
                      <a:lnTo>
                        <a:pt x="27633" y="1815"/>
                      </a:lnTo>
                      <a:lnTo>
                        <a:pt x="31150" y="11661"/>
                      </a:lnTo>
                      <a:lnTo>
                        <a:pt x="31649" y="1166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509;p10"/>
                <p:cNvSpPr/>
                <p:nvPr/>
              </p:nvSpPr>
              <p:spPr>
                <a:xfrm>
                  <a:off x="525125" y="1486050"/>
                  <a:ext cx="1849930" cy="7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94" h="10818" extrusionOk="0">
                      <a:moveTo>
                        <a:pt x="27893" y="0"/>
                      </a:moveTo>
                      <a:lnTo>
                        <a:pt x="6415" y="0"/>
                      </a:lnTo>
                      <a:lnTo>
                        <a:pt x="1" y="10817"/>
                      </a:lnTo>
                      <a:lnTo>
                        <a:pt x="21943" y="108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510;p10"/>
                <p:cNvSpPr/>
                <p:nvPr/>
              </p:nvSpPr>
              <p:spPr>
                <a:xfrm>
                  <a:off x="2355789" y="1579360"/>
                  <a:ext cx="268264" cy="68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5" h="10255" extrusionOk="0">
                      <a:moveTo>
                        <a:pt x="4045" y="10254"/>
                      </a:moveTo>
                      <a:lnTo>
                        <a:pt x="261" y="0"/>
                      </a:lnTo>
                      <a:lnTo>
                        <a:pt x="1" y="471"/>
                      </a:lnTo>
                      <a:lnTo>
                        <a:pt x="2990" y="8707"/>
                      </a:lnTo>
                      <a:lnTo>
                        <a:pt x="2990" y="10254"/>
                      </a:lnTo>
                      <a:lnTo>
                        <a:pt x="3630" y="10254"/>
                      </a:lnTo>
                      <a:lnTo>
                        <a:pt x="3630" y="1025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11" name="Google Shape;511;p10"/>
                <p:cNvGrpSpPr/>
                <p:nvPr/>
              </p:nvGrpSpPr>
              <p:grpSpPr>
                <a:xfrm>
                  <a:off x="973439" y="2819098"/>
                  <a:ext cx="174934" cy="130542"/>
                  <a:chOff x="2714005" y="3446776"/>
                  <a:chExt cx="330750" cy="246818"/>
                </a:xfrm>
              </p:grpSpPr>
              <p:sp>
                <p:nvSpPr>
                  <p:cNvPr id="512" name="Google Shape;512;p10"/>
                  <p:cNvSpPr/>
                  <p:nvPr/>
                </p:nvSpPr>
                <p:spPr>
                  <a:xfrm>
                    <a:off x="2714005" y="3446776"/>
                    <a:ext cx="223720" cy="246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0" h="1103" extrusionOk="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8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10"/>
                  <p:cNvSpPr/>
                  <p:nvPr/>
                </p:nvSpPr>
                <p:spPr>
                  <a:xfrm>
                    <a:off x="2821035" y="3446776"/>
                    <a:ext cx="223720" cy="246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0" h="1103" extrusionOk="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8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14" name="Google Shape;514;p10"/>
                <p:cNvGrpSpPr/>
                <p:nvPr/>
              </p:nvGrpSpPr>
              <p:grpSpPr>
                <a:xfrm>
                  <a:off x="1640414" y="2819098"/>
                  <a:ext cx="174934" cy="130542"/>
                  <a:chOff x="2714005" y="3446776"/>
                  <a:chExt cx="330750" cy="246818"/>
                </a:xfrm>
              </p:grpSpPr>
              <p:sp>
                <p:nvSpPr>
                  <p:cNvPr id="515" name="Google Shape;515;p10"/>
                  <p:cNvSpPr/>
                  <p:nvPr/>
                </p:nvSpPr>
                <p:spPr>
                  <a:xfrm>
                    <a:off x="2714005" y="3446776"/>
                    <a:ext cx="223720" cy="246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0" h="1103" extrusionOk="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8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10"/>
                  <p:cNvSpPr/>
                  <p:nvPr/>
                </p:nvSpPr>
                <p:spPr>
                  <a:xfrm>
                    <a:off x="2821035" y="3446776"/>
                    <a:ext cx="223720" cy="246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0" h="1103" extrusionOk="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8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517" name="Google Shape;517;p10"/>
              <p:cNvSpPr/>
              <p:nvPr/>
            </p:nvSpPr>
            <p:spPr>
              <a:xfrm>
                <a:off x="8008425" y="683900"/>
                <a:ext cx="840952" cy="1162694"/>
              </a:xfrm>
              <a:custGeom>
                <a:avLst/>
                <a:gdLst/>
                <a:ahLst/>
                <a:cxnLst/>
                <a:rect l="l" t="t" r="r" b="b"/>
                <a:pathLst>
                  <a:path w="12864" h="17785" extrusionOk="0">
                    <a:moveTo>
                      <a:pt x="6478" y="3219"/>
                    </a:moveTo>
                    <a:cubicBezTo>
                      <a:pt x="8152" y="3219"/>
                      <a:pt x="9495" y="4569"/>
                      <a:pt x="9495" y="6243"/>
                    </a:cubicBezTo>
                    <a:cubicBezTo>
                      <a:pt x="9495" y="7910"/>
                      <a:pt x="8116" y="9260"/>
                      <a:pt x="6450" y="9260"/>
                    </a:cubicBezTo>
                    <a:cubicBezTo>
                      <a:pt x="4811" y="9260"/>
                      <a:pt x="3461" y="7882"/>
                      <a:pt x="3461" y="6243"/>
                    </a:cubicBezTo>
                    <a:cubicBezTo>
                      <a:pt x="3461" y="4569"/>
                      <a:pt x="4811" y="3219"/>
                      <a:pt x="6478" y="3219"/>
                    </a:cubicBezTo>
                    <a:close/>
                    <a:moveTo>
                      <a:pt x="6470" y="1"/>
                    </a:moveTo>
                    <a:cubicBezTo>
                      <a:pt x="4106" y="1"/>
                      <a:pt x="1916" y="1340"/>
                      <a:pt x="880" y="3458"/>
                    </a:cubicBezTo>
                    <a:cubicBezTo>
                      <a:pt x="148" y="4949"/>
                      <a:pt x="0" y="6475"/>
                      <a:pt x="591" y="8030"/>
                    </a:cubicBezTo>
                    <a:cubicBezTo>
                      <a:pt x="795" y="8557"/>
                      <a:pt x="1027" y="9085"/>
                      <a:pt x="1259" y="9612"/>
                    </a:cubicBezTo>
                    <a:cubicBezTo>
                      <a:pt x="2202" y="11546"/>
                      <a:pt x="3341" y="13361"/>
                      <a:pt x="4572" y="15119"/>
                    </a:cubicBezTo>
                    <a:cubicBezTo>
                      <a:pt x="5163" y="16026"/>
                      <a:pt x="5803" y="16877"/>
                      <a:pt x="6450" y="17784"/>
                    </a:cubicBezTo>
                    <a:cubicBezTo>
                      <a:pt x="6569" y="17672"/>
                      <a:pt x="6625" y="17609"/>
                      <a:pt x="6682" y="17524"/>
                    </a:cubicBezTo>
                    <a:cubicBezTo>
                      <a:pt x="7737" y="15998"/>
                      <a:pt x="8820" y="14472"/>
                      <a:pt x="9847" y="12925"/>
                    </a:cubicBezTo>
                    <a:cubicBezTo>
                      <a:pt x="10754" y="11483"/>
                      <a:pt x="11577" y="9992"/>
                      <a:pt x="12224" y="8409"/>
                    </a:cubicBezTo>
                    <a:cubicBezTo>
                      <a:pt x="12751" y="7122"/>
                      <a:pt x="12864" y="5828"/>
                      <a:pt x="12456" y="4485"/>
                    </a:cubicBezTo>
                    <a:cubicBezTo>
                      <a:pt x="11752" y="2023"/>
                      <a:pt x="9586" y="230"/>
                      <a:pt x="7033" y="26"/>
                    </a:cubicBezTo>
                    <a:cubicBezTo>
                      <a:pt x="6845" y="9"/>
                      <a:pt x="6657" y="1"/>
                      <a:pt x="64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128588" dist="295275" dir="8280000" algn="bl" rotWithShape="0">
                  <a:schemeClr val="dk1">
                    <a:alpha val="2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ble of contents">
  <p:cSld name="BLANK_1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13"/>
          <p:cNvSpPr txBox="1">
            <a:spLocks noGrp="1"/>
          </p:cNvSpPr>
          <p:nvPr>
            <p:ph type="title" idx="2" hasCustomPrompt="1"/>
          </p:nvPr>
        </p:nvSpPr>
        <p:spPr>
          <a:xfrm>
            <a:off x="719975" y="1328472"/>
            <a:ext cx="734700" cy="6075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8" name="Google Shape;528;p13"/>
          <p:cNvSpPr txBox="1">
            <a:spLocks noGrp="1"/>
          </p:cNvSpPr>
          <p:nvPr>
            <p:ph type="title" idx="3" hasCustomPrompt="1"/>
          </p:nvPr>
        </p:nvSpPr>
        <p:spPr>
          <a:xfrm>
            <a:off x="719975" y="2914302"/>
            <a:ext cx="734700" cy="5727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9" name="Google Shape;529;p13"/>
          <p:cNvSpPr txBox="1">
            <a:spLocks noGrp="1"/>
          </p:cNvSpPr>
          <p:nvPr>
            <p:ph type="title" idx="4" hasCustomPrompt="1"/>
          </p:nvPr>
        </p:nvSpPr>
        <p:spPr>
          <a:xfrm>
            <a:off x="2568925" y="1328472"/>
            <a:ext cx="734700" cy="6075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0" name="Google Shape;530;p13"/>
          <p:cNvSpPr txBox="1">
            <a:spLocks noGrp="1"/>
          </p:cNvSpPr>
          <p:nvPr>
            <p:ph type="title" idx="5" hasCustomPrompt="1"/>
          </p:nvPr>
        </p:nvSpPr>
        <p:spPr>
          <a:xfrm>
            <a:off x="2568925" y="2914302"/>
            <a:ext cx="734700" cy="5727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1" name="Google Shape;531;p13"/>
          <p:cNvSpPr txBox="1">
            <a:spLocks noGrp="1"/>
          </p:cNvSpPr>
          <p:nvPr>
            <p:ph type="title" idx="6" hasCustomPrompt="1"/>
          </p:nvPr>
        </p:nvSpPr>
        <p:spPr>
          <a:xfrm>
            <a:off x="4417875" y="1328472"/>
            <a:ext cx="734700" cy="6075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2" name="Google Shape;532;p13"/>
          <p:cNvSpPr txBox="1">
            <a:spLocks noGrp="1"/>
          </p:cNvSpPr>
          <p:nvPr>
            <p:ph type="title" idx="7" hasCustomPrompt="1"/>
          </p:nvPr>
        </p:nvSpPr>
        <p:spPr>
          <a:xfrm>
            <a:off x="4417875" y="2914302"/>
            <a:ext cx="734700" cy="5727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3" name="Google Shape;533;p13"/>
          <p:cNvSpPr txBox="1">
            <a:spLocks noGrp="1"/>
          </p:cNvSpPr>
          <p:nvPr>
            <p:ph type="subTitle" idx="1"/>
          </p:nvPr>
        </p:nvSpPr>
        <p:spPr>
          <a:xfrm>
            <a:off x="719975" y="1984400"/>
            <a:ext cx="1645800" cy="6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4" name="Google Shape;534;p13"/>
          <p:cNvSpPr txBox="1">
            <a:spLocks noGrp="1"/>
          </p:cNvSpPr>
          <p:nvPr>
            <p:ph type="subTitle" idx="8"/>
          </p:nvPr>
        </p:nvSpPr>
        <p:spPr>
          <a:xfrm>
            <a:off x="2515497" y="1984400"/>
            <a:ext cx="1645800" cy="6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5" name="Google Shape;535;p13"/>
          <p:cNvSpPr txBox="1">
            <a:spLocks noGrp="1"/>
          </p:cNvSpPr>
          <p:nvPr>
            <p:ph type="subTitle" idx="9"/>
          </p:nvPr>
        </p:nvSpPr>
        <p:spPr>
          <a:xfrm>
            <a:off x="4311019" y="1984400"/>
            <a:ext cx="1645800" cy="6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6" name="Google Shape;536;p13"/>
          <p:cNvSpPr txBox="1">
            <a:spLocks noGrp="1"/>
          </p:cNvSpPr>
          <p:nvPr>
            <p:ph type="subTitle" idx="13"/>
          </p:nvPr>
        </p:nvSpPr>
        <p:spPr>
          <a:xfrm>
            <a:off x="719975" y="3570350"/>
            <a:ext cx="1645800" cy="6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7" name="Google Shape;537;p13"/>
          <p:cNvSpPr txBox="1">
            <a:spLocks noGrp="1"/>
          </p:cNvSpPr>
          <p:nvPr>
            <p:ph type="subTitle" idx="14"/>
          </p:nvPr>
        </p:nvSpPr>
        <p:spPr>
          <a:xfrm>
            <a:off x="2515497" y="3570350"/>
            <a:ext cx="1645800" cy="6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5"/>
          </p:nvPr>
        </p:nvSpPr>
        <p:spPr>
          <a:xfrm>
            <a:off x="4311019" y="3570350"/>
            <a:ext cx="1645800" cy="6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539" name="Google Shape;539;p13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0" name="Google Shape;540;p13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BLANK_1_1_1_1_1_1_1"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8" name="Google Shape;1068;p23"/>
          <p:cNvGrpSpPr/>
          <p:nvPr/>
        </p:nvGrpSpPr>
        <p:grpSpPr>
          <a:xfrm>
            <a:off x="6414926" y="3696850"/>
            <a:ext cx="2865735" cy="2654708"/>
            <a:chOff x="6414926" y="3696850"/>
            <a:chExt cx="2865735" cy="2654708"/>
          </a:xfrm>
        </p:grpSpPr>
        <p:grpSp>
          <p:nvGrpSpPr>
            <p:cNvPr id="1069" name="Google Shape;1069;p23"/>
            <p:cNvGrpSpPr/>
            <p:nvPr/>
          </p:nvGrpSpPr>
          <p:grpSpPr>
            <a:xfrm>
              <a:off x="7148332" y="4200032"/>
              <a:ext cx="1163585" cy="2008346"/>
              <a:chOff x="4537475" y="1366675"/>
              <a:chExt cx="1878265" cy="3241882"/>
            </a:xfrm>
          </p:grpSpPr>
          <p:sp>
            <p:nvSpPr>
              <p:cNvPr id="1070" name="Google Shape;1070;p23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avLst/>
                <a:gdLst/>
                <a:ahLst/>
                <a:cxnLst/>
                <a:rect l="l" t="t" r="r" b="b"/>
                <a:pathLst>
                  <a:path w="24117" h="2463" extrusionOk="0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3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avLst/>
                <a:gdLst/>
                <a:ahLst/>
                <a:cxnLst/>
                <a:rect l="l" t="t" r="r" b="b"/>
                <a:pathLst>
                  <a:path w="8236" h="2463" extrusionOk="0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3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avLst/>
                <a:gdLst/>
                <a:ahLst/>
                <a:cxnLst/>
                <a:rect l="l" t="t" r="r" b="b"/>
                <a:pathLst>
                  <a:path w="7006" h="51609" extrusionOk="0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3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avLst/>
                <a:gdLst/>
                <a:ahLst/>
                <a:cxnLst/>
                <a:rect l="l" t="t" r="r" b="b"/>
                <a:pathLst>
                  <a:path w="2639" h="5923" extrusionOk="0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3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avLst/>
                <a:gdLst/>
                <a:ahLst/>
                <a:cxnLst/>
                <a:rect l="l" t="t" r="r" b="b"/>
                <a:pathLst>
                  <a:path w="2639" h="5894" extrusionOk="0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3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1609" extrusionOk="0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3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avLst/>
                <a:gdLst/>
                <a:ahLst/>
                <a:cxnLst/>
                <a:rect l="l" t="t" r="r" b="b"/>
                <a:pathLst>
                  <a:path w="8321" h="1611" extrusionOk="0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3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avLst/>
                <a:gdLst/>
                <a:ahLst/>
                <a:cxnLst/>
                <a:rect l="l" t="t" r="r" b="b"/>
                <a:pathLst>
                  <a:path w="5417" h="5480" extrusionOk="0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3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avLst/>
                <a:gdLst/>
                <a:ahLst/>
                <a:cxnLst/>
                <a:rect l="l" t="t" r="r" b="b"/>
                <a:pathLst>
                  <a:path w="4889" h="5480" extrusionOk="0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3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684" extrusionOk="0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3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avLst/>
                <a:gdLst/>
                <a:ahLst/>
                <a:cxnLst/>
                <a:rect l="l" t="t" r="r" b="b"/>
                <a:pathLst>
                  <a:path w="7006" h="5684" extrusionOk="0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3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avLst/>
                <a:gdLst/>
                <a:ahLst/>
                <a:cxnLst/>
                <a:rect l="l" t="t" r="r" b="b"/>
                <a:pathLst>
                  <a:path w="5417" h="5452" extrusionOk="0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3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avLst/>
                <a:gdLst/>
                <a:ahLst/>
                <a:cxnLst/>
                <a:rect l="l" t="t" r="r" b="b"/>
                <a:pathLst>
                  <a:path w="4889" h="5452" extrusionOk="0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3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avLst/>
                <a:gdLst/>
                <a:ahLst/>
                <a:cxnLst/>
                <a:rect l="l" t="t" r="r" b="b"/>
                <a:pathLst>
                  <a:path w="5417" h="2083" extrusionOk="0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3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3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5480" extrusionOk="0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3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avLst/>
                <a:gdLst/>
                <a:ahLst/>
                <a:cxnLst/>
                <a:rect l="l" t="t" r="r" b="b"/>
                <a:pathLst>
                  <a:path w="5009" h="5480" extrusionOk="0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3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5452" extrusionOk="0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3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avLst/>
                <a:gdLst/>
                <a:ahLst/>
                <a:cxnLst/>
                <a:rect l="l" t="t" r="r" b="b"/>
                <a:pathLst>
                  <a:path w="5009" h="5452" extrusionOk="0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3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2083" extrusionOk="0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3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3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avLst/>
                <a:gdLst/>
                <a:ahLst/>
                <a:cxnLst/>
                <a:rect l="l" t="t" r="r" b="b"/>
                <a:pathLst>
                  <a:path w="31445" h="2203" extrusionOk="0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3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avLst/>
                <a:gdLst/>
                <a:ahLst/>
                <a:cxnLst/>
                <a:rect l="l" t="t" r="r" b="b"/>
                <a:pathLst>
                  <a:path w="7357" h="2203" extrusionOk="0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3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avLst/>
                <a:gdLst/>
                <a:ahLst/>
                <a:cxnLst/>
                <a:rect l="l" t="t" r="r" b="b"/>
                <a:pathLst>
                  <a:path w="7849" h="13159" extrusionOk="0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3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avLst/>
                <a:gdLst/>
                <a:ahLst/>
                <a:cxnLst/>
                <a:rect l="l" t="t" r="r" b="b"/>
                <a:pathLst>
                  <a:path w="6886" h="13159" extrusionOk="0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3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avLst/>
                <a:gdLst/>
                <a:ahLst/>
                <a:cxnLst/>
                <a:rect l="l" t="t" r="r" b="b"/>
                <a:pathLst>
                  <a:path w="4101" h="1731" extrusionOk="0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3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avLst/>
                <a:gdLst/>
                <a:ahLst/>
                <a:cxnLst/>
                <a:rect l="l" t="t" r="r" b="b"/>
                <a:pathLst>
                  <a:path w="9087" h="1232" extrusionOk="0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3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4481" extrusionOk="0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3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1492" extrusionOk="0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3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avLst/>
                <a:gdLst/>
                <a:ahLst/>
                <a:cxnLst/>
                <a:rect l="l" t="t" r="r" b="b"/>
                <a:pathLst>
                  <a:path w="6450" h="1435" extrusionOk="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3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avLst/>
                <a:gdLst/>
                <a:ahLst/>
                <a:cxnLst/>
                <a:rect l="l" t="t" r="r" b="b"/>
                <a:pathLst>
                  <a:path w="6802" h="1556" extrusionOk="0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3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1316" extrusionOk="0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3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859" extrusionOk="0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3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831" extrusionOk="0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3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avLst/>
                <a:gdLst/>
                <a:ahLst/>
                <a:cxnLst/>
                <a:rect l="l" t="t" r="r" b="b"/>
                <a:pathLst>
                  <a:path w="24265" h="1611" extrusionOk="0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3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1731" extrusionOk="0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3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3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avLst/>
                <a:gdLst/>
                <a:ahLst/>
                <a:cxnLst/>
                <a:rect l="l" t="t" r="r" b="b"/>
                <a:pathLst>
                  <a:path w="5417" h="1731" extrusionOk="0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3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9" name="Google Shape;1109;p23"/>
            <p:cNvGrpSpPr/>
            <p:nvPr/>
          </p:nvGrpSpPr>
          <p:grpSpPr>
            <a:xfrm>
              <a:off x="8141897" y="4495880"/>
              <a:ext cx="1138764" cy="1855677"/>
              <a:chOff x="525125" y="1486050"/>
              <a:chExt cx="2124163" cy="3461439"/>
            </a:xfrm>
          </p:grpSpPr>
          <p:sp>
            <p:nvSpPr>
              <p:cNvPr id="1110" name="Google Shape;1110;p23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avLst/>
                <a:gdLst/>
                <a:ahLst/>
                <a:cxnLst/>
                <a:rect l="l" t="t" r="r" b="b"/>
                <a:pathLst>
                  <a:path w="7005" h="50379" extrusionOk="0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3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5923" extrusionOk="0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3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852" h="5859" extrusionOk="0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3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1609" extrusionOk="0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3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5480" extrusionOk="0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3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4896" h="5480" extrusionOk="0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3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684" extrusionOk="0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3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avLst/>
                <a:gdLst/>
                <a:ahLst/>
                <a:cxnLst/>
                <a:rect l="l" t="t" r="r" b="b"/>
                <a:pathLst>
                  <a:path w="7005" h="5684" extrusionOk="0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3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5395" h="5480" extrusionOk="0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3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4987" h="5480" extrusionOk="0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3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avLst/>
                <a:gdLst/>
                <a:ahLst/>
                <a:cxnLst/>
                <a:rect l="l" t="t" r="r" b="b"/>
                <a:pathLst>
                  <a:path w="31973" h="2203" extrusionOk="0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3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avLst/>
                <a:gdLst/>
                <a:ahLst/>
                <a:cxnLst/>
                <a:rect l="l" t="t" r="r" b="b"/>
                <a:pathLst>
                  <a:path w="7386" h="2203" extrusionOk="0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3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avLst/>
                <a:gdLst/>
                <a:ahLst/>
                <a:cxnLst/>
                <a:rect l="l" t="t" r="r" b="b"/>
                <a:pathLst>
                  <a:path w="7850" h="13159" extrusionOk="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3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avLst/>
                <a:gdLst/>
                <a:ahLst/>
                <a:cxnLst/>
                <a:rect l="l" t="t" r="r" b="b"/>
                <a:pathLst>
                  <a:path w="6914" h="13159" extrusionOk="0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3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4657" h="1731" extrusionOk="0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3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1731" extrusionOk="0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3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avLst/>
                <a:gdLst/>
                <a:ahLst/>
                <a:cxnLst/>
                <a:rect l="l" t="t" r="r" b="b"/>
                <a:pathLst>
                  <a:path w="9059" h="1232" extrusionOk="0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3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4481" extrusionOk="0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3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1492" extrusionOk="0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3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avLst/>
                <a:gdLst/>
                <a:ahLst/>
                <a:cxnLst/>
                <a:rect l="l" t="t" r="r" b="b"/>
                <a:pathLst>
                  <a:path w="6450" h="1435" extrusionOk="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3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avLst/>
                <a:gdLst/>
                <a:ahLst/>
                <a:cxnLst/>
                <a:rect l="l" t="t" r="r" b="b"/>
                <a:pathLst>
                  <a:path w="6802" h="1556" extrusionOk="0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3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avLst/>
                <a:gdLst/>
                <a:ahLst/>
                <a:cxnLst/>
                <a:rect l="l" t="t" r="r" b="b"/>
                <a:pathLst>
                  <a:path w="1316" h="1316" extrusionOk="0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3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591" h="5859" extrusionOk="0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3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5916" extrusionOk="0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3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852" h="5859" extrusionOk="0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3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591" h="5859" extrusionOk="0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3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5395" h="1731" extrusionOk="0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3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avLst/>
                <a:gdLst/>
                <a:ahLst/>
                <a:cxnLst/>
                <a:rect l="l" t="t" r="r" b="b"/>
                <a:pathLst>
                  <a:path w="6534" h="1499" extrusionOk="0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3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1731" extrusionOk="0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3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3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avLst/>
                <a:gdLst/>
                <a:ahLst/>
                <a:cxnLst/>
                <a:rect l="l" t="t" r="r" b="b"/>
                <a:pathLst>
                  <a:path w="32029" h="11662" extrusionOk="0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3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avLst/>
                <a:gdLst/>
                <a:ahLst/>
                <a:cxnLst/>
                <a:rect l="l" t="t" r="r" b="b"/>
                <a:pathLst>
                  <a:path w="32029" h="11662" extrusionOk="0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3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avLst/>
                <a:gdLst/>
                <a:ahLst/>
                <a:cxnLst/>
                <a:rect l="l" t="t" r="r" b="b"/>
                <a:pathLst>
                  <a:path w="27894" h="10818" extrusionOk="0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3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avLst/>
                <a:gdLst/>
                <a:ahLst/>
                <a:cxnLst/>
                <a:rect l="l" t="t" r="r" b="b"/>
                <a:pathLst>
                  <a:path w="4045" h="10255" extrusionOk="0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44" name="Google Shape;1144;p23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145" name="Google Shape;1145;p23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6" name="Google Shape;1146;p23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47" name="Google Shape;1147;p23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148" name="Google Shape;1148;p23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9" name="Google Shape;1149;p23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50" name="Google Shape;1150;p23"/>
            <p:cNvGrpSpPr/>
            <p:nvPr/>
          </p:nvGrpSpPr>
          <p:grpSpPr>
            <a:xfrm>
              <a:off x="6414926" y="4682015"/>
              <a:ext cx="916239" cy="681891"/>
              <a:chOff x="5951675" y="3577056"/>
              <a:chExt cx="1387821" cy="1032855"/>
            </a:xfrm>
          </p:grpSpPr>
          <p:sp>
            <p:nvSpPr>
              <p:cNvPr id="1151" name="Google Shape;1151;p23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avLst/>
                <a:gdLst/>
                <a:ahLst/>
                <a:cxnLst/>
                <a:rect l="l" t="t" r="r" b="b"/>
                <a:pathLst>
                  <a:path w="3960" h="4277" extrusionOk="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04775" dir="8280000" algn="bl" rotWithShape="0">
                  <a:schemeClr val="dk1">
                    <a:alpha val="4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3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avLst/>
                <a:gdLst/>
                <a:ahLst/>
                <a:cxnLst/>
                <a:rect l="l" t="t" r="r" b="b"/>
                <a:pathLst>
                  <a:path w="5163" h="5543" extrusionOk="0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dist="104775" dir="8280000" algn="bl" rotWithShape="0">
                  <a:schemeClr val="dk1">
                    <a:alpha val="4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53" name="Google Shape;1153;p23"/>
            <p:cNvSpPr/>
            <p:nvPr/>
          </p:nvSpPr>
          <p:spPr>
            <a:xfrm>
              <a:off x="8529298" y="3696850"/>
              <a:ext cx="363955" cy="503182"/>
            </a:xfrm>
            <a:custGeom>
              <a:avLst/>
              <a:gdLst/>
              <a:ahLst/>
              <a:cxnLst/>
              <a:rect l="l" t="t" r="r" b="b"/>
              <a:pathLst>
                <a:path w="12864" h="17785" extrusionOk="0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dist="142875" dir="8280000" algn="bl" rotWithShape="0">
                <a:schemeClr val="dk1">
                  <a:alpha val="2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4" name="Google Shape;1154;p23"/>
          <p:cNvGrpSpPr/>
          <p:nvPr/>
        </p:nvGrpSpPr>
        <p:grpSpPr>
          <a:xfrm>
            <a:off x="-276724" y="817085"/>
            <a:ext cx="1409242" cy="535527"/>
            <a:chOff x="8277201" y="696485"/>
            <a:chExt cx="1409242" cy="535527"/>
          </a:xfrm>
        </p:grpSpPr>
        <p:sp>
          <p:nvSpPr>
            <p:cNvPr id="1155" name="Google Shape;1155;p23"/>
            <p:cNvSpPr/>
            <p:nvPr/>
          </p:nvSpPr>
          <p:spPr>
            <a:xfrm>
              <a:off x="9084384" y="1070667"/>
              <a:ext cx="602060" cy="161345"/>
            </a:xfrm>
            <a:custGeom>
              <a:avLst/>
              <a:gdLst/>
              <a:ahLst/>
              <a:cxnLst/>
              <a:rect l="l" t="t" r="r" b="b"/>
              <a:pathLst>
                <a:path w="15093" h="4045" extrusionOk="0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3"/>
            <p:cNvSpPr/>
            <p:nvPr/>
          </p:nvSpPr>
          <p:spPr>
            <a:xfrm>
              <a:off x="8277201" y="696485"/>
              <a:ext cx="977989" cy="262775"/>
            </a:xfrm>
            <a:custGeom>
              <a:avLst/>
              <a:gdLst/>
              <a:ahLst/>
              <a:cxnLst/>
              <a:rect l="l" t="t" r="r" b="b"/>
              <a:pathLst>
                <a:path w="13744" h="3693" extrusionOk="0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1">
  <p:cSld name="BLANK_1_1_1_1_1_1_1_1"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oogle Shape;1158;p24"/>
          <p:cNvGrpSpPr/>
          <p:nvPr/>
        </p:nvGrpSpPr>
        <p:grpSpPr>
          <a:xfrm>
            <a:off x="8233126" y="918517"/>
            <a:ext cx="1116017" cy="693194"/>
            <a:chOff x="8570426" y="797917"/>
            <a:chExt cx="1116017" cy="693194"/>
          </a:xfrm>
        </p:grpSpPr>
        <p:sp>
          <p:nvSpPr>
            <p:cNvPr id="1159" name="Google Shape;1159;p24"/>
            <p:cNvSpPr/>
            <p:nvPr/>
          </p:nvSpPr>
          <p:spPr>
            <a:xfrm>
              <a:off x="9084384" y="797917"/>
              <a:ext cx="602060" cy="161345"/>
            </a:xfrm>
            <a:custGeom>
              <a:avLst/>
              <a:gdLst/>
              <a:ahLst/>
              <a:cxnLst/>
              <a:rect l="l" t="t" r="r" b="b"/>
              <a:pathLst>
                <a:path w="15093" h="4045" extrusionOk="0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4"/>
            <p:cNvSpPr/>
            <p:nvPr/>
          </p:nvSpPr>
          <p:spPr>
            <a:xfrm>
              <a:off x="8570426" y="1228335"/>
              <a:ext cx="977989" cy="262775"/>
            </a:xfrm>
            <a:custGeom>
              <a:avLst/>
              <a:gdLst/>
              <a:ahLst/>
              <a:cxnLst/>
              <a:rect l="l" t="t" r="r" b="b"/>
              <a:pathLst>
                <a:path w="13744" h="3693" extrusionOk="0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1" name="Google Shape;1161;p24"/>
          <p:cNvGrpSpPr/>
          <p:nvPr/>
        </p:nvGrpSpPr>
        <p:grpSpPr>
          <a:xfrm>
            <a:off x="-423653" y="3465700"/>
            <a:ext cx="3308969" cy="2555658"/>
            <a:chOff x="-423653" y="3465700"/>
            <a:chExt cx="3308969" cy="2555658"/>
          </a:xfrm>
        </p:grpSpPr>
        <p:grpSp>
          <p:nvGrpSpPr>
            <p:cNvPr id="1162" name="Google Shape;1162;p24"/>
            <p:cNvGrpSpPr/>
            <p:nvPr/>
          </p:nvGrpSpPr>
          <p:grpSpPr>
            <a:xfrm>
              <a:off x="1969076" y="4608490"/>
              <a:ext cx="916239" cy="681891"/>
              <a:chOff x="5951675" y="3577056"/>
              <a:chExt cx="1387821" cy="1032855"/>
            </a:xfrm>
          </p:grpSpPr>
          <p:sp>
            <p:nvSpPr>
              <p:cNvPr id="1163" name="Google Shape;1163;p24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avLst/>
                <a:gdLst/>
                <a:ahLst/>
                <a:cxnLst/>
                <a:rect l="l" t="t" r="r" b="b"/>
                <a:pathLst>
                  <a:path w="3960" h="4277" extrusionOk="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04775" dir="8280000" algn="bl" rotWithShape="0">
                  <a:schemeClr val="dk1">
                    <a:alpha val="4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4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avLst/>
                <a:gdLst/>
                <a:ahLst/>
                <a:cxnLst/>
                <a:rect l="l" t="t" r="r" b="b"/>
                <a:pathLst>
                  <a:path w="5163" h="5543" extrusionOk="0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dist="104775" dir="8280000" algn="bl" rotWithShape="0">
                  <a:schemeClr val="dk1">
                    <a:alpha val="4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5" name="Google Shape;1165;p24"/>
            <p:cNvGrpSpPr/>
            <p:nvPr/>
          </p:nvGrpSpPr>
          <p:grpSpPr>
            <a:xfrm flipH="1">
              <a:off x="-423653" y="4165680"/>
              <a:ext cx="1138764" cy="1855677"/>
              <a:chOff x="525125" y="1486050"/>
              <a:chExt cx="2124163" cy="3461439"/>
            </a:xfrm>
          </p:grpSpPr>
          <p:sp>
            <p:nvSpPr>
              <p:cNvPr id="1166" name="Google Shape;1166;p24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avLst/>
                <a:gdLst/>
                <a:ahLst/>
                <a:cxnLst/>
                <a:rect l="l" t="t" r="r" b="b"/>
                <a:pathLst>
                  <a:path w="7005" h="50379" extrusionOk="0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5923" extrusionOk="0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852" h="5859" extrusionOk="0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1609" extrusionOk="0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5480" extrusionOk="0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4896" h="5480" extrusionOk="0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avLst/>
                <a:gdLst/>
                <a:ahLst/>
                <a:cxnLst/>
                <a:rect l="l" t="t" r="r" b="b"/>
                <a:pathLst>
                  <a:path w="21656" h="5684" extrusionOk="0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avLst/>
                <a:gdLst/>
                <a:ahLst/>
                <a:cxnLst/>
                <a:rect l="l" t="t" r="r" b="b"/>
                <a:pathLst>
                  <a:path w="7005" h="5684" extrusionOk="0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4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5395" h="5480" extrusionOk="0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4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avLst/>
                <a:gdLst/>
                <a:ahLst/>
                <a:cxnLst/>
                <a:rect l="l" t="t" r="r" b="b"/>
                <a:pathLst>
                  <a:path w="4987" h="5480" extrusionOk="0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avLst/>
                <a:gdLst/>
                <a:ahLst/>
                <a:cxnLst/>
                <a:rect l="l" t="t" r="r" b="b"/>
                <a:pathLst>
                  <a:path w="31973" h="2203" extrusionOk="0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4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avLst/>
                <a:gdLst/>
                <a:ahLst/>
                <a:cxnLst/>
                <a:rect l="l" t="t" r="r" b="b"/>
                <a:pathLst>
                  <a:path w="7386" h="2203" extrusionOk="0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4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avLst/>
                <a:gdLst/>
                <a:ahLst/>
                <a:cxnLst/>
                <a:rect l="l" t="t" r="r" b="b"/>
                <a:pathLst>
                  <a:path w="7850" h="13159" extrusionOk="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avLst/>
                <a:gdLst/>
                <a:ahLst/>
                <a:cxnLst/>
                <a:rect l="l" t="t" r="r" b="b"/>
                <a:pathLst>
                  <a:path w="6914" h="13159" extrusionOk="0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4657" h="1731" extrusionOk="0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1731" extrusionOk="0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avLst/>
                <a:gdLst/>
                <a:ahLst/>
                <a:cxnLst/>
                <a:rect l="l" t="t" r="r" b="b"/>
                <a:pathLst>
                  <a:path w="9059" h="1232" extrusionOk="0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4481" extrusionOk="0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1492" extrusionOk="0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avLst/>
                <a:gdLst/>
                <a:ahLst/>
                <a:cxnLst/>
                <a:rect l="l" t="t" r="r" b="b"/>
                <a:pathLst>
                  <a:path w="6450" h="1435" extrusionOk="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avLst/>
                <a:gdLst/>
                <a:ahLst/>
                <a:cxnLst/>
                <a:rect l="l" t="t" r="r" b="b"/>
                <a:pathLst>
                  <a:path w="6802" h="1556" extrusionOk="0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avLst/>
                <a:gdLst/>
                <a:ahLst/>
                <a:cxnLst/>
                <a:rect l="l" t="t" r="r" b="b"/>
                <a:pathLst>
                  <a:path w="1316" h="1316" extrusionOk="0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591" h="5859" extrusionOk="0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5916" extrusionOk="0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852" h="5859" extrusionOk="0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avLst/>
                <a:gdLst/>
                <a:ahLst/>
                <a:cxnLst/>
                <a:rect l="l" t="t" r="r" b="b"/>
                <a:pathLst>
                  <a:path w="591" h="5859" extrusionOk="0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5395" h="1731" extrusionOk="0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avLst/>
                <a:gdLst/>
                <a:ahLst/>
                <a:cxnLst/>
                <a:rect l="l" t="t" r="r" b="b"/>
                <a:pathLst>
                  <a:path w="6534" h="1499" extrusionOk="0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5424" h="1731" extrusionOk="0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499" extrusionOk="0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avLst/>
                <a:gdLst/>
                <a:ahLst/>
                <a:cxnLst/>
                <a:rect l="l" t="t" r="r" b="b"/>
                <a:pathLst>
                  <a:path w="32029" h="11662" extrusionOk="0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avLst/>
                <a:gdLst/>
                <a:ahLst/>
                <a:cxnLst/>
                <a:rect l="l" t="t" r="r" b="b"/>
                <a:pathLst>
                  <a:path w="32029" h="11662" extrusionOk="0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avLst/>
                <a:gdLst/>
                <a:ahLst/>
                <a:cxnLst/>
                <a:rect l="l" t="t" r="r" b="b"/>
                <a:pathLst>
                  <a:path w="27894" h="10818" extrusionOk="0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avLst/>
                <a:gdLst/>
                <a:ahLst/>
                <a:cxnLst/>
                <a:rect l="l" t="t" r="r" b="b"/>
                <a:pathLst>
                  <a:path w="4045" h="10255" extrusionOk="0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00" name="Google Shape;1200;p24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201" name="Google Shape;1201;p24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2" name="Google Shape;1202;p24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3" name="Google Shape;1203;p24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204" name="Google Shape;1204;p24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24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3" extrusionOk="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06" name="Google Shape;1206;p24"/>
            <p:cNvGrpSpPr/>
            <p:nvPr/>
          </p:nvGrpSpPr>
          <p:grpSpPr>
            <a:xfrm flipH="1">
              <a:off x="415695" y="4542586"/>
              <a:ext cx="1753484" cy="1361026"/>
              <a:chOff x="3654620" y="3548886"/>
              <a:chExt cx="1753484" cy="1361026"/>
            </a:xfrm>
          </p:grpSpPr>
          <p:sp>
            <p:nvSpPr>
              <p:cNvPr id="1207" name="Google Shape;1207;p24"/>
              <p:cNvSpPr/>
              <p:nvPr/>
            </p:nvSpPr>
            <p:spPr>
              <a:xfrm>
                <a:off x="4298755" y="3957848"/>
                <a:ext cx="1059784" cy="945459"/>
              </a:xfrm>
              <a:custGeom>
                <a:avLst/>
                <a:gdLst/>
                <a:ahLst/>
                <a:cxnLst/>
                <a:rect l="l" t="t" r="r" b="b"/>
                <a:pathLst>
                  <a:path w="22563" h="20129" extrusionOk="0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3698583" y="3609664"/>
                <a:ext cx="600230" cy="1293648"/>
              </a:xfrm>
              <a:custGeom>
                <a:avLst/>
                <a:gdLst/>
                <a:ahLst/>
                <a:cxnLst/>
                <a:rect l="l" t="t" r="r" b="b"/>
                <a:pathLst>
                  <a:path w="12779" h="27542" extrusionOk="0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3876267" y="3935725"/>
                <a:ext cx="242177" cy="242177"/>
              </a:xfrm>
              <a:custGeom>
                <a:avLst/>
                <a:gdLst/>
                <a:ahLst/>
                <a:cxnLst/>
                <a:rect l="l" t="t" r="r" b="b"/>
                <a:pathLst>
                  <a:path w="5156" h="5156" extrusionOk="0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3894116" y="3935725"/>
                <a:ext cx="224329" cy="240862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5128" extrusionOk="0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3909334" y="3943992"/>
                <a:ext cx="170501" cy="205165"/>
              </a:xfrm>
              <a:custGeom>
                <a:avLst/>
                <a:gdLst/>
                <a:ahLst/>
                <a:cxnLst/>
                <a:rect l="l" t="t" r="r" b="b"/>
                <a:pathLst>
                  <a:path w="3630" h="4368" extrusionOk="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3965791" y="3993545"/>
                <a:ext cx="144433" cy="180412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3841" extrusionOk="0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3654620" y="3548886"/>
                <a:ext cx="1753484" cy="409015"/>
              </a:xfrm>
              <a:custGeom>
                <a:avLst/>
                <a:gdLst/>
                <a:ahLst/>
                <a:cxnLst/>
                <a:rect l="l" t="t" r="r" b="b"/>
                <a:pathLst>
                  <a:path w="37332" h="8708" extrusionOk="0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3980680" y="3556495"/>
                <a:ext cx="1427418" cy="409015"/>
              </a:xfrm>
              <a:custGeom>
                <a:avLst/>
                <a:gdLst/>
                <a:ahLst/>
                <a:cxnLst/>
                <a:rect l="l" t="t" r="r" b="b"/>
                <a:pathLst>
                  <a:path w="30390" h="8708" extrusionOk="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4287858" y="3927459"/>
                <a:ext cx="112023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3850" h="648" extrusionOk="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3672468" y="3595808"/>
                <a:ext cx="323435" cy="362092"/>
              </a:xfrm>
              <a:custGeom>
                <a:avLst/>
                <a:gdLst/>
                <a:ahLst/>
                <a:cxnLst/>
                <a:rect l="l" t="t" r="r" b="b"/>
                <a:pathLst>
                  <a:path w="6886" h="7709" extrusionOk="0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4410118" y="4095280"/>
                <a:ext cx="323764" cy="235555"/>
              </a:xfrm>
              <a:custGeom>
                <a:avLst/>
                <a:gdLst/>
                <a:ahLst/>
                <a:cxnLst/>
                <a:rect l="l" t="t" r="r" b="b"/>
                <a:pathLst>
                  <a:path w="6893" h="5015" extrusionOk="0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4410118" y="4095280"/>
                <a:ext cx="300326" cy="235555"/>
              </a:xfrm>
              <a:custGeom>
                <a:avLst/>
                <a:gdLst/>
                <a:ahLst/>
                <a:cxnLst/>
                <a:rect l="l" t="t" r="r" b="b"/>
                <a:pathLst>
                  <a:path w="6394" h="5015" extrusionOk="0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4553468" y="4095280"/>
                <a:ext cx="13574" cy="235555"/>
              </a:xfrm>
              <a:custGeom>
                <a:avLst/>
                <a:gdLst/>
                <a:ahLst/>
                <a:cxnLst/>
                <a:rect l="l" t="t" r="r" b="b"/>
                <a:pathLst>
                  <a:path w="289" h="5015" extrusionOk="0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4696489" y="4095280"/>
                <a:ext cx="13950" cy="235555"/>
              </a:xfrm>
              <a:custGeom>
                <a:avLst/>
                <a:gdLst/>
                <a:ahLst/>
                <a:cxnLst/>
                <a:rect l="l" t="t" r="r" b="b"/>
                <a:pathLst>
                  <a:path w="297" h="5015" extrusionOk="0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4410118" y="4205611"/>
                <a:ext cx="300326" cy="15218"/>
              </a:xfrm>
              <a:custGeom>
                <a:avLst/>
                <a:gdLst/>
                <a:ahLst/>
                <a:cxnLst/>
                <a:rect l="l" t="t" r="r" b="b"/>
                <a:pathLst>
                  <a:path w="6394" h="324" extrusionOk="0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4436515" y="4254271"/>
                <a:ext cx="47956" cy="51808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1103" extrusionOk="0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4476157" y="4241730"/>
                <a:ext cx="46970" cy="51808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1103" extrusionOk="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4611287" y="4131587"/>
                <a:ext cx="48238" cy="51949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1106" extrusionOk="0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3900878" y="4389919"/>
                <a:ext cx="228650" cy="513382"/>
              </a:xfrm>
              <a:custGeom>
                <a:avLst/>
                <a:gdLst/>
                <a:ahLst/>
                <a:cxnLst/>
                <a:rect l="l" t="t" r="r" b="b"/>
                <a:pathLst>
                  <a:path w="4868" h="10930" extrusionOk="0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3924505" y="4389919"/>
                <a:ext cx="202206" cy="513382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10930" extrusionOk="0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3949304" y="4414718"/>
                <a:ext cx="136119" cy="50915"/>
              </a:xfrm>
              <a:custGeom>
                <a:avLst/>
                <a:gdLst/>
                <a:ahLst/>
                <a:cxnLst/>
                <a:rect l="l" t="t" r="r" b="b"/>
                <a:pathLst>
                  <a:path w="2898" h="1084" extrusionOk="0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3878945" y="4354269"/>
                <a:ext cx="265615" cy="35697"/>
              </a:xfrm>
              <a:custGeom>
                <a:avLst/>
                <a:gdLst/>
                <a:ahLst/>
                <a:cxnLst/>
                <a:rect l="l" t="t" r="r" b="b"/>
                <a:pathLst>
                  <a:path w="5655" h="760" extrusionOk="0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3902382" y="4772437"/>
                <a:ext cx="224329" cy="130858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2786" extrusionOk="0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3793696" y="4859333"/>
                <a:ext cx="199565" cy="50579"/>
              </a:xfrm>
              <a:custGeom>
                <a:avLst/>
                <a:gdLst/>
                <a:ahLst/>
                <a:cxnLst/>
                <a:rect l="l" t="t" r="r" b="b"/>
                <a:pathLst>
                  <a:path w="4249" h="936" extrusionOk="0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3841933" y="4818044"/>
                <a:ext cx="188350" cy="41334"/>
              </a:xfrm>
              <a:custGeom>
                <a:avLst/>
                <a:gdLst/>
                <a:ahLst/>
                <a:cxnLst/>
                <a:rect l="l" t="t" r="r" b="b"/>
                <a:pathLst>
                  <a:path w="4010" h="880" extrusionOk="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3880260" y="4772437"/>
                <a:ext cx="198213" cy="45655"/>
              </a:xfrm>
              <a:custGeom>
                <a:avLst/>
                <a:gdLst/>
                <a:ahLst/>
                <a:cxnLst/>
                <a:rect l="l" t="t" r="r" b="b"/>
                <a:pathLst>
                  <a:path w="4220" h="972" extrusionOk="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4068841" y="4596396"/>
                <a:ext cx="38703" cy="38703"/>
              </a:xfrm>
              <a:custGeom>
                <a:avLst/>
                <a:gdLst/>
                <a:ahLst/>
                <a:cxnLst/>
                <a:rect l="l" t="t" r="r" b="b"/>
                <a:pathLst>
                  <a:path w="824" h="824" extrusionOk="0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4417023" y="4438156"/>
                <a:ext cx="315216" cy="229965"/>
              </a:xfrm>
              <a:custGeom>
                <a:avLst/>
                <a:gdLst/>
                <a:ahLst/>
                <a:cxnLst/>
                <a:rect l="l" t="t" r="r" b="b"/>
                <a:pathLst>
                  <a:path w="6711" h="4896" extrusionOk="0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4417023" y="4438156"/>
                <a:ext cx="293422" cy="229965"/>
              </a:xfrm>
              <a:custGeom>
                <a:avLst/>
                <a:gdLst/>
                <a:ahLst/>
                <a:cxnLst/>
                <a:rect l="l" t="t" r="r" b="b"/>
                <a:pathLst>
                  <a:path w="6247" h="4896" extrusionOk="0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4557413" y="4438156"/>
                <a:ext cx="12588" cy="229965"/>
              </a:xfrm>
              <a:custGeom>
                <a:avLst/>
                <a:gdLst/>
                <a:ahLst/>
                <a:cxnLst/>
                <a:rect l="l" t="t" r="r" b="b"/>
                <a:pathLst>
                  <a:path w="268" h="4896" extrusionOk="0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4695174" y="4438156"/>
                <a:ext cx="15265" cy="229965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896" extrusionOk="0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4417023" y="4545528"/>
                <a:ext cx="293422" cy="13903"/>
              </a:xfrm>
              <a:custGeom>
                <a:avLst/>
                <a:gdLst/>
                <a:ahLst/>
                <a:cxnLst/>
                <a:rect l="l" t="t" r="r" b="b"/>
                <a:pathLst>
                  <a:path w="6247" h="296" extrusionOk="0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4459624" y="4475544"/>
                <a:ext cx="45655" cy="50869"/>
              </a:xfrm>
              <a:custGeom>
                <a:avLst/>
                <a:gdLst/>
                <a:ahLst/>
                <a:cxnLst/>
                <a:rect l="l" t="t" r="r" b="b"/>
                <a:pathLst>
                  <a:path w="972" h="1083" extrusionOk="0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4626458" y="4578876"/>
                <a:ext cx="46641" cy="50587"/>
              </a:xfrm>
              <a:custGeom>
                <a:avLst/>
                <a:gdLst/>
                <a:ahLst/>
                <a:cxnLst/>
                <a:rect l="l" t="t" r="r" b="b"/>
                <a:pathLst>
                  <a:path w="993" h="1077" extrusionOk="0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4594754" y="4589773"/>
                <a:ext cx="45279" cy="50587"/>
              </a:xfrm>
              <a:custGeom>
                <a:avLst/>
                <a:gdLst/>
                <a:ahLst/>
                <a:cxnLst/>
                <a:rect l="l" t="t" r="r" b="b"/>
                <a:pathLst>
                  <a:path w="964" h="1077" extrusionOk="0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42" name="Google Shape;1242;p24"/>
            <p:cNvSpPr/>
            <p:nvPr/>
          </p:nvSpPr>
          <p:spPr>
            <a:xfrm>
              <a:off x="304923" y="3465700"/>
              <a:ext cx="363955" cy="503182"/>
            </a:xfrm>
            <a:custGeom>
              <a:avLst/>
              <a:gdLst/>
              <a:ahLst/>
              <a:cxnLst/>
              <a:rect l="l" t="t" r="r" b="b"/>
              <a:pathLst>
                <a:path w="12864" h="17785" extrusionOk="0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dist="142875" dir="8280000" algn="bl" rotWithShape="0">
                <a:schemeClr val="dk1">
                  <a:alpha val="2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>
            <a:alpha val="68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9" r:id="rId7"/>
    <p:sldLayoutId id="2147483669" r:id="rId8"/>
    <p:sldLayoutId id="2147483670" r:id="rId9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baymgmtgroup.com/blog/avoid-rent-increase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hc-schl.gc.ca/professionals/housing-markets-data-and-research/housing-data/data-tables/rental-market" TargetMode="External"/><Relationship Id="rId7" Type="http://schemas.openxmlformats.org/officeDocument/2006/relationships/hyperlink" Target="https://www.google.com/maps/place/Saskatchewan/@51.6941889,-108.1781155,6.88z/data=!4m6!3m5!1s0x52f871b12365762f:0x15342b5792c2e12b!8m2!3d52.9399159!4d-106.4508639!16zL20vMDZucnQ?authuser=0&amp;entry=ttu&amp;g_ep=EgoyMDI2MDEyOC4wIKXMDSoASAFQAw%3D%3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s://www150.statcan.gc.ca/t1/tbl1/en/tv.action?pid=1110023901&amp;pickMembers%5B0%5D=1.11&amp;pickMembers%5B1%5D=2.1&amp;pickMembers%5B2%5D=3.1&amp;pickMembers%5B3%5D=4.1&amp;cubeTimeFrame.startYear=2011&amp;cubeTimeFrame.endYear=2023&amp;referencePeriods=20110101%2C20230101" TargetMode="External"/><Relationship Id="rId4" Type="http://schemas.openxmlformats.org/officeDocument/2006/relationships/hyperlink" Target="https://www12.statcan.gc.ca/census-recensement/2021/dp-pd/prof/search-recherche/lst/results-resultats.cfm?Lang=E&amp;GeoCode=47&amp;Letter=R#letR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lucidchart/32efa28d-121d-4833-b986-7b2e95bcb761/edit?viewport_loc=-485%2C-49%2C3301%2C1579%2C0_0&amp;invitationId=inv_33419cd9-3bce-4955-99da-3d747a30d6a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28"/>
          <p:cNvSpPr txBox="1">
            <a:spLocks noGrp="1"/>
          </p:cNvSpPr>
          <p:nvPr>
            <p:ph type="ctrTitle"/>
          </p:nvPr>
        </p:nvSpPr>
        <p:spPr>
          <a:xfrm>
            <a:off x="87917" y="76722"/>
            <a:ext cx="7803454" cy="19022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Data-Driven Analysis of Rental Housing Stress:</a:t>
            </a:r>
            <a:br>
              <a:rPr lang="en-US" sz="4000" dirty="0"/>
            </a:br>
            <a:r>
              <a:rPr lang="en-US" sz="4000" dirty="0"/>
              <a:t>Regina and Saskatoon</a:t>
            </a:r>
            <a:endParaRPr sz="4000" dirty="0"/>
          </a:p>
        </p:txBody>
      </p:sp>
      <p:sp>
        <p:nvSpPr>
          <p:cNvPr id="1254" name="Google Shape;1254;p28"/>
          <p:cNvSpPr txBox="1">
            <a:spLocks noGrp="1"/>
          </p:cNvSpPr>
          <p:nvPr>
            <p:ph type="subTitle" idx="1"/>
          </p:nvPr>
        </p:nvSpPr>
        <p:spPr>
          <a:xfrm>
            <a:off x="89179" y="2091498"/>
            <a:ext cx="5149462" cy="27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latin typeface="Arial Rounded MT Bold" panose="020F0704030504030204" pitchFamily="34" charset="0"/>
              </a:rPr>
              <a:t>Name : Shubham Mineshkumar Gandhi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>
              <a:latin typeface="Arial Rounded MT Bold" panose="020F07040305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latin typeface="Arial Rounded MT Bold" panose="020F0704030504030204" pitchFamily="34" charset="0"/>
              </a:rPr>
              <a:t>Course : CS719 – Data Science Project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>
              <a:latin typeface="Arial Rounded MT Bold" panose="020F07040305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latin typeface="Arial Rounded MT Bold" panose="020F0704030504030204" pitchFamily="34" charset="0"/>
              </a:rPr>
              <a:t>Date : 04 – 21 – 2026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>
              <a:latin typeface="Arial Rounded MT Bold" panose="020F07040305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latin typeface="Arial Rounded MT Bold" panose="020F0704030504030204" pitchFamily="34" charset="0"/>
              </a:rPr>
              <a:t>Student ID: 200526729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>
              <a:latin typeface="Arial Rounded MT Bold" panose="020F07040305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latin typeface="Arial Rounded MT Bold" panose="020F0704030504030204" pitchFamily="34" charset="0"/>
              </a:rPr>
              <a:t>Instructor: Dr. Howard Hamilton</a:t>
            </a:r>
          </a:p>
        </p:txBody>
      </p:sp>
      <p:sp>
        <p:nvSpPr>
          <p:cNvPr id="1255" name="Google Shape;1255;p28"/>
          <p:cNvSpPr/>
          <p:nvPr/>
        </p:nvSpPr>
        <p:spPr>
          <a:xfrm flipH="1">
            <a:off x="3674947" y="4460906"/>
            <a:ext cx="1187836" cy="615367"/>
          </a:xfrm>
          <a:custGeom>
            <a:avLst/>
            <a:gdLst/>
            <a:ahLst/>
            <a:cxnLst/>
            <a:rect l="l" t="t" r="r" b="b"/>
            <a:pathLst>
              <a:path w="49380" h="25579" extrusionOk="0">
                <a:moveTo>
                  <a:pt x="0" y="28"/>
                </a:moveTo>
                <a:lnTo>
                  <a:pt x="0" y="25579"/>
                </a:lnTo>
                <a:lnTo>
                  <a:pt x="49379" y="25579"/>
                </a:lnTo>
                <a:cubicBezTo>
                  <a:pt x="45335" y="20480"/>
                  <a:pt x="38801" y="18019"/>
                  <a:pt x="32380" y="18757"/>
                </a:cubicBezTo>
                <a:cubicBezTo>
                  <a:pt x="32029" y="17315"/>
                  <a:pt x="31473" y="15909"/>
                  <a:pt x="30622" y="14594"/>
                </a:cubicBezTo>
                <a:cubicBezTo>
                  <a:pt x="27021" y="8876"/>
                  <a:pt x="19812" y="6506"/>
                  <a:pt x="13335" y="8468"/>
                </a:cubicBezTo>
                <a:cubicBezTo>
                  <a:pt x="13068" y="7265"/>
                  <a:pt x="12632" y="6098"/>
                  <a:pt x="11928" y="4979"/>
                </a:cubicBezTo>
                <a:cubicBezTo>
                  <a:pt x="10226" y="2286"/>
                  <a:pt x="7441" y="556"/>
                  <a:pt x="4424" y="0"/>
                </a:cubicBezTo>
                <a:lnTo>
                  <a:pt x="120" y="0"/>
                </a:lnTo>
                <a:cubicBezTo>
                  <a:pt x="92" y="0"/>
                  <a:pt x="29" y="28"/>
                  <a:pt x="0" y="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85725" dist="104775" dir="8280000" algn="bl" rotWithShape="0">
              <a:schemeClr val="dk1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56" name="Google Shape;1256;p28"/>
          <p:cNvGrpSpPr/>
          <p:nvPr/>
        </p:nvGrpSpPr>
        <p:grpSpPr>
          <a:xfrm>
            <a:off x="5135883" y="753389"/>
            <a:ext cx="3897620" cy="1959215"/>
            <a:chOff x="5619422" y="1000275"/>
            <a:chExt cx="3897620" cy="1959215"/>
          </a:xfrm>
        </p:grpSpPr>
        <p:sp>
          <p:nvSpPr>
            <p:cNvPr id="1257" name="Google Shape;1257;p28"/>
            <p:cNvSpPr/>
            <p:nvPr/>
          </p:nvSpPr>
          <p:spPr>
            <a:xfrm>
              <a:off x="8101616" y="2579166"/>
              <a:ext cx="1415426" cy="380324"/>
            </a:xfrm>
            <a:custGeom>
              <a:avLst/>
              <a:gdLst/>
              <a:ahLst/>
              <a:cxnLst/>
              <a:rect l="l" t="t" r="r" b="b"/>
              <a:pathLst>
                <a:path w="13744" h="3693" extrusionOk="0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8"/>
            <p:cNvSpPr/>
            <p:nvPr/>
          </p:nvSpPr>
          <p:spPr>
            <a:xfrm>
              <a:off x="5619422" y="2205395"/>
              <a:ext cx="958632" cy="256898"/>
            </a:xfrm>
            <a:custGeom>
              <a:avLst/>
              <a:gdLst/>
              <a:ahLst/>
              <a:cxnLst/>
              <a:rect l="l" t="t" r="r" b="b"/>
              <a:pathLst>
                <a:path w="15093" h="4045" extrusionOk="0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8"/>
            <p:cNvSpPr/>
            <p:nvPr/>
          </p:nvSpPr>
          <p:spPr>
            <a:xfrm>
              <a:off x="8139346" y="1000275"/>
              <a:ext cx="657111" cy="176099"/>
            </a:xfrm>
            <a:custGeom>
              <a:avLst/>
              <a:gdLst/>
              <a:ahLst/>
              <a:cxnLst/>
              <a:rect l="l" t="t" r="r" b="b"/>
              <a:pathLst>
                <a:path w="15093" h="4045" extrusionOk="0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0" name="Google Shape;1260;p28"/>
          <p:cNvGrpSpPr/>
          <p:nvPr/>
        </p:nvGrpSpPr>
        <p:grpSpPr>
          <a:xfrm>
            <a:off x="4479620" y="2764248"/>
            <a:ext cx="4294670" cy="2375962"/>
            <a:chOff x="5402544" y="2780188"/>
            <a:chExt cx="4294670" cy="2375962"/>
          </a:xfrm>
        </p:grpSpPr>
        <p:sp>
          <p:nvSpPr>
            <p:cNvPr id="1261" name="Google Shape;1261;p28"/>
            <p:cNvSpPr/>
            <p:nvPr/>
          </p:nvSpPr>
          <p:spPr>
            <a:xfrm>
              <a:off x="5462997" y="4340882"/>
              <a:ext cx="775024" cy="804920"/>
            </a:xfrm>
            <a:custGeom>
              <a:avLst/>
              <a:gdLst/>
              <a:ahLst/>
              <a:cxnLst/>
              <a:rect l="l" t="t" r="r" b="b"/>
              <a:pathLst>
                <a:path w="10551" h="10958" extrusionOk="0">
                  <a:moveTo>
                    <a:pt x="1" y="1"/>
                  </a:moveTo>
                  <a:lnTo>
                    <a:pt x="1" y="10958"/>
                  </a:lnTo>
                  <a:lnTo>
                    <a:pt x="10550" y="10958"/>
                  </a:lnTo>
                  <a:lnTo>
                    <a:pt x="105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8"/>
            <p:cNvSpPr/>
            <p:nvPr/>
          </p:nvSpPr>
          <p:spPr>
            <a:xfrm>
              <a:off x="5402544" y="3860928"/>
              <a:ext cx="815791" cy="480028"/>
            </a:xfrm>
            <a:custGeom>
              <a:avLst/>
              <a:gdLst/>
              <a:ahLst/>
              <a:cxnLst/>
              <a:rect l="l" t="t" r="r" b="b"/>
              <a:pathLst>
                <a:path w="11106" h="6535" extrusionOk="0">
                  <a:moveTo>
                    <a:pt x="11106" y="1"/>
                  </a:moveTo>
                  <a:lnTo>
                    <a:pt x="1" y="5684"/>
                  </a:lnTo>
                  <a:lnTo>
                    <a:pt x="1" y="6535"/>
                  </a:lnTo>
                  <a:lnTo>
                    <a:pt x="11106" y="65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8"/>
            <p:cNvSpPr/>
            <p:nvPr/>
          </p:nvSpPr>
          <p:spPr>
            <a:xfrm>
              <a:off x="5639214" y="4577480"/>
              <a:ext cx="445872" cy="322982"/>
            </a:xfrm>
            <a:custGeom>
              <a:avLst/>
              <a:gdLst/>
              <a:ahLst/>
              <a:cxnLst/>
              <a:rect l="l" t="t" r="r" b="b"/>
              <a:pathLst>
                <a:path w="6070" h="4397" extrusionOk="0">
                  <a:moveTo>
                    <a:pt x="0" y="4396"/>
                  </a:moveTo>
                  <a:lnTo>
                    <a:pt x="6069" y="4396"/>
                  </a:lnTo>
                  <a:lnTo>
                    <a:pt x="6069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8"/>
            <p:cNvSpPr/>
            <p:nvPr/>
          </p:nvSpPr>
          <p:spPr>
            <a:xfrm>
              <a:off x="5669624" y="4577480"/>
              <a:ext cx="415461" cy="322982"/>
            </a:xfrm>
            <a:custGeom>
              <a:avLst/>
              <a:gdLst/>
              <a:ahLst/>
              <a:cxnLst/>
              <a:rect l="l" t="t" r="r" b="b"/>
              <a:pathLst>
                <a:path w="5656" h="4397" extrusionOk="0">
                  <a:moveTo>
                    <a:pt x="1" y="4396"/>
                  </a:moveTo>
                  <a:lnTo>
                    <a:pt x="5655" y="4396"/>
                  </a:lnTo>
                  <a:lnTo>
                    <a:pt x="565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8"/>
            <p:cNvSpPr/>
            <p:nvPr/>
          </p:nvSpPr>
          <p:spPr>
            <a:xfrm>
              <a:off x="5669624" y="4577480"/>
              <a:ext cx="21302" cy="322982"/>
            </a:xfrm>
            <a:custGeom>
              <a:avLst/>
              <a:gdLst/>
              <a:ahLst/>
              <a:cxnLst/>
              <a:rect l="l" t="t" r="r" b="b"/>
              <a:pathLst>
                <a:path w="290" h="4397" extrusionOk="0">
                  <a:moveTo>
                    <a:pt x="1" y="4396"/>
                  </a:moveTo>
                  <a:lnTo>
                    <a:pt x="289" y="4396"/>
                  </a:lnTo>
                  <a:lnTo>
                    <a:pt x="28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8"/>
            <p:cNvSpPr/>
            <p:nvPr/>
          </p:nvSpPr>
          <p:spPr>
            <a:xfrm>
              <a:off x="5669624" y="4728356"/>
              <a:ext cx="415461" cy="19172"/>
            </a:xfrm>
            <a:custGeom>
              <a:avLst/>
              <a:gdLst/>
              <a:ahLst/>
              <a:cxnLst/>
              <a:rect l="l" t="t" r="r" b="b"/>
              <a:pathLst>
                <a:path w="5656" h="261" extrusionOk="0">
                  <a:moveTo>
                    <a:pt x="1" y="260"/>
                  </a:moveTo>
                  <a:lnTo>
                    <a:pt x="5655" y="260"/>
                  </a:lnTo>
                  <a:lnTo>
                    <a:pt x="5655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8"/>
            <p:cNvSpPr/>
            <p:nvPr/>
          </p:nvSpPr>
          <p:spPr>
            <a:xfrm>
              <a:off x="5867511" y="4577480"/>
              <a:ext cx="19686" cy="322982"/>
            </a:xfrm>
            <a:custGeom>
              <a:avLst/>
              <a:gdLst/>
              <a:ahLst/>
              <a:cxnLst/>
              <a:rect l="l" t="t" r="r" b="b"/>
              <a:pathLst>
                <a:path w="268" h="4397" extrusionOk="0">
                  <a:moveTo>
                    <a:pt x="268" y="4396"/>
                  </a:moveTo>
                  <a:lnTo>
                    <a:pt x="268" y="1"/>
                  </a:lnTo>
                  <a:lnTo>
                    <a:pt x="1" y="1"/>
                  </a:lnTo>
                  <a:lnTo>
                    <a:pt x="1" y="43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8"/>
            <p:cNvSpPr/>
            <p:nvPr/>
          </p:nvSpPr>
          <p:spPr>
            <a:xfrm>
              <a:off x="5921279" y="4616778"/>
              <a:ext cx="75438" cy="81682"/>
            </a:xfrm>
            <a:custGeom>
              <a:avLst/>
              <a:gdLst/>
              <a:ahLst/>
              <a:cxnLst/>
              <a:rect l="l" t="t" r="r" b="b"/>
              <a:pathLst>
                <a:path w="1027" h="1112" extrusionOk="0">
                  <a:moveTo>
                    <a:pt x="914" y="0"/>
                  </a:moveTo>
                  <a:cubicBezTo>
                    <a:pt x="895" y="0"/>
                    <a:pt x="879" y="7"/>
                    <a:pt x="879" y="21"/>
                  </a:cubicBezTo>
                  <a:lnTo>
                    <a:pt x="28" y="964"/>
                  </a:lnTo>
                  <a:cubicBezTo>
                    <a:pt x="0" y="992"/>
                    <a:pt x="0" y="1048"/>
                    <a:pt x="28" y="1076"/>
                  </a:cubicBezTo>
                  <a:cubicBezTo>
                    <a:pt x="63" y="1111"/>
                    <a:pt x="63" y="1111"/>
                    <a:pt x="91" y="1111"/>
                  </a:cubicBezTo>
                  <a:cubicBezTo>
                    <a:pt x="120" y="1111"/>
                    <a:pt x="148" y="1076"/>
                    <a:pt x="148" y="1076"/>
                  </a:cubicBezTo>
                  <a:lnTo>
                    <a:pt x="999" y="141"/>
                  </a:lnTo>
                  <a:cubicBezTo>
                    <a:pt x="1027" y="113"/>
                    <a:pt x="999" y="56"/>
                    <a:pt x="971" y="21"/>
                  </a:cubicBezTo>
                  <a:cubicBezTo>
                    <a:pt x="957" y="7"/>
                    <a:pt x="934" y="0"/>
                    <a:pt x="914" y="0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8"/>
            <p:cNvSpPr/>
            <p:nvPr/>
          </p:nvSpPr>
          <p:spPr>
            <a:xfrm>
              <a:off x="5972918" y="4612591"/>
              <a:ext cx="75512" cy="81241"/>
            </a:xfrm>
            <a:custGeom>
              <a:avLst/>
              <a:gdLst/>
              <a:ahLst/>
              <a:cxnLst/>
              <a:rect l="l" t="t" r="r" b="b"/>
              <a:pathLst>
                <a:path w="1028" h="1106" extrusionOk="0">
                  <a:moveTo>
                    <a:pt x="939" y="1"/>
                  </a:moveTo>
                  <a:cubicBezTo>
                    <a:pt x="916" y="1"/>
                    <a:pt x="894" y="8"/>
                    <a:pt x="879" y="22"/>
                  </a:cubicBezTo>
                  <a:lnTo>
                    <a:pt x="28" y="957"/>
                  </a:lnTo>
                  <a:cubicBezTo>
                    <a:pt x="0" y="1021"/>
                    <a:pt x="28" y="1049"/>
                    <a:pt x="64" y="1077"/>
                  </a:cubicBezTo>
                  <a:cubicBezTo>
                    <a:pt x="64" y="1105"/>
                    <a:pt x="92" y="1105"/>
                    <a:pt x="92" y="1105"/>
                  </a:cubicBezTo>
                  <a:cubicBezTo>
                    <a:pt x="120" y="1105"/>
                    <a:pt x="148" y="1105"/>
                    <a:pt x="148" y="1077"/>
                  </a:cubicBezTo>
                  <a:lnTo>
                    <a:pt x="999" y="142"/>
                  </a:lnTo>
                  <a:cubicBezTo>
                    <a:pt x="1027" y="113"/>
                    <a:pt x="1027" y="50"/>
                    <a:pt x="999" y="22"/>
                  </a:cubicBezTo>
                  <a:cubicBezTo>
                    <a:pt x="985" y="8"/>
                    <a:pt x="962" y="1"/>
                    <a:pt x="939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8"/>
            <p:cNvSpPr/>
            <p:nvPr/>
          </p:nvSpPr>
          <p:spPr>
            <a:xfrm>
              <a:off x="5757990" y="4780509"/>
              <a:ext cx="74998" cy="81168"/>
            </a:xfrm>
            <a:custGeom>
              <a:avLst/>
              <a:gdLst/>
              <a:ahLst/>
              <a:cxnLst/>
              <a:rect l="l" t="t" r="r" b="b"/>
              <a:pathLst>
                <a:path w="1021" h="1105" extrusionOk="0">
                  <a:moveTo>
                    <a:pt x="922" y="1"/>
                  </a:moveTo>
                  <a:cubicBezTo>
                    <a:pt x="908" y="1"/>
                    <a:pt x="894" y="8"/>
                    <a:pt x="880" y="22"/>
                  </a:cubicBezTo>
                  <a:lnTo>
                    <a:pt x="29" y="957"/>
                  </a:lnTo>
                  <a:cubicBezTo>
                    <a:pt x="1" y="992"/>
                    <a:pt x="1" y="1048"/>
                    <a:pt x="29" y="1077"/>
                  </a:cubicBezTo>
                  <a:cubicBezTo>
                    <a:pt x="57" y="1105"/>
                    <a:pt x="57" y="1105"/>
                    <a:pt x="85" y="1105"/>
                  </a:cubicBezTo>
                  <a:cubicBezTo>
                    <a:pt x="113" y="1105"/>
                    <a:pt x="141" y="1077"/>
                    <a:pt x="141" y="1077"/>
                  </a:cubicBezTo>
                  <a:lnTo>
                    <a:pt x="992" y="141"/>
                  </a:lnTo>
                  <a:cubicBezTo>
                    <a:pt x="1020" y="113"/>
                    <a:pt x="992" y="50"/>
                    <a:pt x="964" y="22"/>
                  </a:cubicBezTo>
                  <a:cubicBezTo>
                    <a:pt x="950" y="8"/>
                    <a:pt x="936" y="1"/>
                    <a:pt x="922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8"/>
            <p:cNvSpPr/>
            <p:nvPr/>
          </p:nvSpPr>
          <p:spPr>
            <a:xfrm>
              <a:off x="7156930" y="3667228"/>
              <a:ext cx="1657365" cy="1478576"/>
            </a:xfrm>
            <a:custGeom>
              <a:avLst/>
              <a:gdLst/>
              <a:ahLst/>
              <a:cxnLst/>
              <a:rect l="l" t="t" r="r" b="b"/>
              <a:pathLst>
                <a:path w="22563" h="20129" extrusionOk="0">
                  <a:moveTo>
                    <a:pt x="1" y="1"/>
                  </a:moveTo>
                  <a:lnTo>
                    <a:pt x="1" y="20129"/>
                  </a:lnTo>
                  <a:lnTo>
                    <a:pt x="22563" y="20129"/>
                  </a:lnTo>
                  <a:lnTo>
                    <a:pt x="225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8"/>
            <p:cNvSpPr/>
            <p:nvPr/>
          </p:nvSpPr>
          <p:spPr>
            <a:xfrm>
              <a:off x="6218329" y="3122708"/>
              <a:ext cx="938681" cy="2023098"/>
            </a:xfrm>
            <a:custGeom>
              <a:avLst/>
              <a:gdLst/>
              <a:ahLst/>
              <a:cxnLst/>
              <a:rect l="l" t="t" r="r" b="b"/>
              <a:pathLst>
                <a:path w="12779" h="27542" extrusionOk="0">
                  <a:moveTo>
                    <a:pt x="12547" y="7414"/>
                  </a:moveTo>
                  <a:lnTo>
                    <a:pt x="6330" y="1"/>
                  </a:lnTo>
                  <a:lnTo>
                    <a:pt x="0" y="7385"/>
                  </a:lnTo>
                  <a:lnTo>
                    <a:pt x="0" y="27542"/>
                  </a:lnTo>
                  <a:lnTo>
                    <a:pt x="12779" y="27542"/>
                  </a:lnTo>
                  <a:lnTo>
                    <a:pt x="12779" y="74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8"/>
            <p:cNvSpPr/>
            <p:nvPr/>
          </p:nvSpPr>
          <p:spPr>
            <a:xfrm>
              <a:off x="6496207" y="3632631"/>
              <a:ext cx="378734" cy="378734"/>
            </a:xfrm>
            <a:custGeom>
              <a:avLst/>
              <a:gdLst/>
              <a:ahLst/>
              <a:cxnLst/>
              <a:rect l="l" t="t" r="r" b="b"/>
              <a:pathLst>
                <a:path w="5156" h="5156" extrusionOk="0">
                  <a:moveTo>
                    <a:pt x="2575" y="5155"/>
                  </a:moveTo>
                  <a:cubicBezTo>
                    <a:pt x="3981" y="5155"/>
                    <a:pt x="5156" y="3988"/>
                    <a:pt x="5156" y="2581"/>
                  </a:cubicBezTo>
                  <a:cubicBezTo>
                    <a:pt x="5156" y="1147"/>
                    <a:pt x="3981" y="0"/>
                    <a:pt x="2575" y="0"/>
                  </a:cubicBezTo>
                  <a:cubicBezTo>
                    <a:pt x="1168" y="0"/>
                    <a:pt x="1" y="1147"/>
                    <a:pt x="1" y="2581"/>
                  </a:cubicBezTo>
                  <a:cubicBezTo>
                    <a:pt x="1" y="3988"/>
                    <a:pt x="1168" y="5155"/>
                    <a:pt x="2575" y="5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8"/>
            <p:cNvSpPr/>
            <p:nvPr/>
          </p:nvSpPr>
          <p:spPr>
            <a:xfrm>
              <a:off x="6524120" y="3632631"/>
              <a:ext cx="350821" cy="376677"/>
            </a:xfrm>
            <a:custGeom>
              <a:avLst/>
              <a:gdLst/>
              <a:ahLst/>
              <a:cxnLst/>
              <a:rect l="l" t="t" r="r" b="b"/>
              <a:pathLst>
                <a:path w="4776" h="5128" extrusionOk="0">
                  <a:moveTo>
                    <a:pt x="2406" y="0"/>
                  </a:moveTo>
                  <a:cubicBezTo>
                    <a:pt x="3721" y="92"/>
                    <a:pt x="4776" y="1203"/>
                    <a:pt x="4776" y="2581"/>
                  </a:cubicBezTo>
                  <a:cubicBezTo>
                    <a:pt x="4776" y="3925"/>
                    <a:pt x="3721" y="5043"/>
                    <a:pt x="2406" y="5127"/>
                  </a:cubicBezTo>
                  <a:cubicBezTo>
                    <a:pt x="1055" y="5043"/>
                    <a:pt x="1" y="3925"/>
                    <a:pt x="1" y="2581"/>
                  </a:cubicBezTo>
                  <a:cubicBezTo>
                    <a:pt x="1" y="1203"/>
                    <a:pt x="1055" y="92"/>
                    <a:pt x="2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6547919" y="3645559"/>
              <a:ext cx="266642" cy="320851"/>
            </a:xfrm>
            <a:custGeom>
              <a:avLst/>
              <a:gdLst/>
              <a:ahLst/>
              <a:cxnLst/>
              <a:rect l="l" t="t" r="r" b="b"/>
              <a:pathLst>
                <a:path w="3630" h="4368" extrusionOk="0">
                  <a:moveTo>
                    <a:pt x="2813" y="0"/>
                  </a:moveTo>
                  <a:cubicBezTo>
                    <a:pt x="3102" y="120"/>
                    <a:pt x="3397" y="296"/>
                    <a:pt x="3629" y="499"/>
                  </a:cubicBezTo>
                  <a:lnTo>
                    <a:pt x="612" y="4368"/>
                  </a:lnTo>
                  <a:cubicBezTo>
                    <a:pt x="352" y="4164"/>
                    <a:pt x="148" y="3896"/>
                    <a:pt x="0" y="3608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8"/>
            <p:cNvSpPr/>
            <p:nvPr/>
          </p:nvSpPr>
          <p:spPr>
            <a:xfrm>
              <a:off x="6636212" y="3723053"/>
              <a:ext cx="225874" cy="282141"/>
            </a:xfrm>
            <a:custGeom>
              <a:avLst/>
              <a:gdLst/>
              <a:ahLst/>
              <a:cxnLst/>
              <a:rect l="l" t="t" r="r" b="b"/>
              <a:pathLst>
                <a:path w="3075" h="3841" extrusionOk="0">
                  <a:moveTo>
                    <a:pt x="2870" y="0"/>
                  </a:moveTo>
                  <a:cubicBezTo>
                    <a:pt x="2955" y="120"/>
                    <a:pt x="3018" y="267"/>
                    <a:pt x="3074" y="380"/>
                  </a:cubicBezTo>
                  <a:lnTo>
                    <a:pt x="380" y="3840"/>
                  </a:lnTo>
                  <a:cubicBezTo>
                    <a:pt x="233" y="3784"/>
                    <a:pt x="113" y="3749"/>
                    <a:pt x="1" y="3692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8"/>
            <p:cNvSpPr/>
            <p:nvPr/>
          </p:nvSpPr>
          <p:spPr>
            <a:xfrm>
              <a:off x="6149576" y="3027657"/>
              <a:ext cx="2742222" cy="639646"/>
            </a:xfrm>
            <a:custGeom>
              <a:avLst/>
              <a:gdLst/>
              <a:ahLst/>
              <a:cxnLst/>
              <a:rect l="l" t="t" r="r" b="b"/>
              <a:pathLst>
                <a:path w="37332" h="8708" extrusionOk="0">
                  <a:moveTo>
                    <a:pt x="1" y="8152"/>
                  </a:moveTo>
                  <a:lnTo>
                    <a:pt x="6942" y="1"/>
                  </a:lnTo>
                  <a:lnTo>
                    <a:pt x="30446" y="1"/>
                  </a:lnTo>
                  <a:lnTo>
                    <a:pt x="37332" y="8061"/>
                  </a:lnTo>
                  <a:lnTo>
                    <a:pt x="36776" y="8708"/>
                  </a:lnTo>
                  <a:lnTo>
                    <a:pt x="13483" y="8708"/>
                  </a:lnTo>
                  <a:lnTo>
                    <a:pt x="7266" y="1295"/>
                  </a:lnTo>
                  <a:lnTo>
                    <a:pt x="908" y="8708"/>
                  </a:lnTo>
                  <a:lnTo>
                    <a:pt x="380" y="87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8"/>
            <p:cNvSpPr/>
            <p:nvPr/>
          </p:nvSpPr>
          <p:spPr>
            <a:xfrm>
              <a:off x="7139889" y="3619703"/>
              <a:ext cx="1751902" cy="47599"/>
            </a:xfrm>
            <a:custGeom>
              <a:avLst/>
              <a:gdLst/>
              <a:ahLst/>
              <a:cxnLst/>
              <a:rect l="l" t="t" r="r" b="b"/>
              <a:pathLst>
                <a:path w="23850" h="648" extrusionOk="0">
                  <a:moveTo>
                    <a:pt x="23850" y="1"/>
                  </a:moveTo>
                  <a:lnTo>
                    <a:pt x="23294" y="648"/>
                  </a:lnTo>
                  <a:lnTo>
                    <a:pt x="1" y="648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8"/>
            <p:cNvSpPr/>
            <p:nvPr/>
          </p:nvSpPr>
          <p:spPr>
            <a:xfrm>
              <a:off x="6177488" y="3101038"/>
              <a:ext cx="505811" cy="566265"/>
            </a:xfrm>
            <a:custGeom>
              <a:avLst/>
              <a:gdLst/>
              <a:ahLst/>
              <a:cxnLst/>
              <a:rect l="l" t="t" r="r" b="b"/>
              <a:pathLst>
                <a:path w="6886" h="7709" extrusionOk="0">
                  <a:moveTo>
                    <a:pt x="6654" y="0"/>
                  </a:moveTo>
                  <a:lnTo>
                    <a:pt x="0" y="7709"/>
                  </a:lnTo>
                  <a:lnTo>
                    <a:pt x="528" y="7709"/>
                  </a:lnTo>
                  <a:lnTo>
                    <a:pt x="6886" y="2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8"/>
            <p:cNvSpPr/>
            <p:nvPr/>
          </p:nvSpPr>
          <p:spPr>
            <a:xfrm>
              <a:off x="7180730" y="2995631"/>
              <a:ext cx="230502" cy="290441"/>
            </a:xfrm>
            <a:custGeom>
              <a:avLst/>
              <a:gdLst/>
              <a:ahLst/>
              <a:cxnLst/>
              <a:rect l="l" t="t" r="r" b="b"/>
              <a:pathLst>
                <a:path w="3138" h="3954" extrusionOk="0">
                  <a:moveTo>
                    <a:pt x="0" y="1"/>
                  </a:moveTo>
                  <a:lnTo>
                    <a:pt x="0" y="3953"/>
                  </a:lnTo>
                  <a:lnTo>
                    <a:pt x="3137" y="3953"/>
                  </a:lnTo>
                  <a:lnTo>
                    <a:pt x="3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8"/>
            <p:cNvSpPr/>
            <p:nvPr/>
          </p:nvSpPr>
          <p:spPr>
            <a:xfrm>
              <a:off x="7031911" y="2988946"/>
              <a:ext cx="148893" cy="297125"/>
            </a:xfrm>
            <a:custGeom>
              <a:avLst/>
              <a:gdLst/>
              <a:ahLst/>
              <a:cxnLst/>
              <a:rect l="l" t="t" r="r" b="b"/>
              <a:pathLst>
                <a:path w="2027" h="4045" extrusionOk="0">
                  <a:moveTo>
                    <a:pt x="1851" y="92"/>
                  </a:moveTo>
                  <a:lnTo>
                    <a:pt x="1851" y="92"/>
                  </a:lnTo>
                  <a:lnTo>
                    <a:pt x="1" y="0"/>
                  </a:lnTo>
                  <a:lnTo>
                    <a:pt x="1" y="1702"/>
                  </a:lnTo>
                  <a:lnTo>
                    <a:pt x="2026" y="4044"/>
                  </a:lnTo>
                  <a:lnTo>
                    <a:pt x="2026" y="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8"/>
            <p:cNvSpPr/>
            <p:nvPr/>
          </p:nvSpPr>
          <p:spPr>
            <a:xfrm>
              <a:off x="7014869" y="2926436"/>
              <a:ext cx="153007" cy="69268"/>
            </a:xfrm>
            <a:custGeom>
              <a:avLst/>
              <a:gdLst/>
              <a:ahLst/>
              <a:cxnLst/>
              <a:rect l="l" t="t" r="r" b="b"/>
              <a:pathLst>
                <a:path w="2083" h="943" extrusionOk="0">
                  <a:moveTo>
                    <a:pt x="2083" y="64"/>
                  </a:moveTo>
                  <a:lnTo>
                    <a:pt x="1" y="0"/>
                  </a:lnTo>
                  <a:lnTo>
                    <a:pt x="1" y="851"/>
                  </a:lnTo>
                  <a:lnTo>
                    <a:pt x="2083" y="9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8"/>
            <p:cNvSpPr/>
            <p:nvPr/>
          </p:nvSpPr>
          <p:spPr>
            <a:xfrm>
              <a:off x="7167802" y="2931064"/>
              <a:ext cx="269213" cy="64640"/>
            </a:xfrm>
            <a:custGeom>
              <a:avLst/>
              <a:gdLst/>
              <a:ahLst/>
              <a:cxnLst/>
              <a:rect l="l" t="t" r="r" b="b"/>
              <a:pathLst>
                <a:path w="3665" h="880" extrusionOk="0">
                  <a:moveTo>
                    <a:pt x="1" y="880"/>
                  </a:moveTo>
                  <a:lnTo>
                    <a:pt x="3665" y="880"/>
                  </a:lnTo>
                  <a:lnTo>
                    <a:pt x="366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8"/>
            <p:cNvSpPr/>
            <p:nvPr/>
          </p:nvSpPr>
          <p:spPr>
            <a:xfrm>
              <a:off x="7992328" y="2903151"/>
              <a:ext cx="380791" cy="486199"/>
            </a:xfrm>
            <a:custGeom>
              <a:avLst/>
              <a:gdLst/>
              <a:ahLst/>
              <a:cxnLst/>
              <a:rect l="l" t="t" r="r" b="b"/>
              <a:pathLst>
                <a:path w="5184" h="6619" extrusionOk="0">
                  <a:moveTo>
                    <a:pt x="0" y="3046"/>
                  </a:moveTo>
                  <a:lnTo>
                    <a:pt x="0" y="6619"/>
                  </a:lnTo>
                  <a:lnTo>
                    <a:pt x="5184" y="6619"/>
                  </a:lnTo>
                  <a:lnTo>
                    <a:pt x="5184" y="2751"/>
                  </a:lnTo>
                  <a:lnTo>
                    <a:pt x="27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8"/>
            <p:cNvSpPr/>
            <p:nvPr/>
          </p:nvSpPr>
          <p:spPr>
            <a:xfrm>
              <a:off x="7768071" y="3124764"/>
              <a:ext cx="224332" cy="264585"/>
            </a:xfrm>
            <a:custGeom>
              <a:avLst/>
              <a:gdLst/>
              <a:ahLst/>
              <a:cxnLst/>
              <a:rect l="l" t="t" r="r" b="b"/>
              <a:pathLst>
                <a:path w="3054" h="3602" extrusionOk="0">
                  <a:moveTo>
                    <a:pt x="2990" y="85"/>
                  </a:moveTo>
                  <a:lnTo>
                    <a:pt x="1" y="85"/>
                  </a:lnTo>
                  <a:lnTo>
                    <a:pt x="3053" y="3602"/>
                  </a:lnTo>
                  <a:lnTo>
                    <a:pt x="30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8"/>
            <p:cNvSpPr/>
            <p:nvPr/>
          </p:nvSpPr>
          <p:spPr>
            <a:xfrm>
              <a:off x="7626010" y="2780188"/>
              <a:ext cx="859203" cy="350895"/>
            </a:xfrm>
            <a:custGeom>
              <a:avLst/>
              <a:gdLst/>
              <a:ahLst/>
              <a:cxnLst/>
              <a:rect l="l" t="t" r="r" b="b"/>
              <a:pathLst>
                <a:path w="11697" h="4777" extrusionOk="0">
                  <a:moveTo>
                    <a:pt x="1" y="4045"/>
                  </a:moveTo>
                  <a:lnTo>
                    <a:pt x="3433" y="1"/>
                  </a:lnTo>
                  <a:lnTo>
                    <a:pt x="8061" y="1"/>
                  </a:lnTo>
                  <a:lnTo>
                    <a:pt x="11697" y="4045"/>
                  </a:lnTo>
                  <a:lnTo>
                    <a:pt x="11078" y="4776"/>
                  </a:lnTo>
                  <a:lnTo>
                    <a:pt x="10466" y="4776"/>
                  </a:lnTo>
                  <a:lnTo>
                    <a:pt x="7709" y="1675"/>
                  </a:lnTo>
                  <a:lnTo>
                    <a:pt x="4952" y="4776"/>
                  </a:lnTo>
                  <a:lnTo>
                    <a:pt x="556" y="47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8"/>
            <p:cNvSpPr/>
            <p:nvPr/>
          </p:nvSpPr>
          <p:spPr>
            <a:xfrm>
              <a:off x="7626010" y="2971905"/>
              <a:ext cx="90497" cy="105408"/>
            </a:xfrm>
            <a:custGeom>
              <a:avLst/>
              <a:gdLst/>
              <a:ahLst/>
              <a:cxnLst/>
              <a:rect l="l" t="t" r="r" b="b"/>
              <a:pathLst>
                <a:path w="1232" h="1435" extrusionOk="0">
                  <a:moveTo>
                    <a:pt x="1232" y="0"/>
                  </a:moveTo>
                  <a:lnTo>
                    <a:pt x="1" y="1435"/>
                  </a:lnTo>
                  <a:close/>
                </a:path>
              </a:pathLst>
            </a:custGeom>
            <a:solidFill>
              <a:srgbClr val="332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8"/>
            <p:cNvSpPr/>
            <p:nvPr/>
          </p:nvSpPr>
          <p:spPr>
            <a:xfrm>
              <a:off x="7626010" y="3077239"/>
              <a:ext cx="363823" cy="53843"/>
            </a:xfrm>
            <a:custGeom>
              <a:avLst/>
              <a:gdLst/>
              <a:ahLst/>
              <a:cxnLst/>
              <a:rect l="l" t="t" r="r" b="b"/>
              <a:pathLst>
                <a:path w="4953" h="733" extrusionOk="0">
                  <a:moveTo>
                    <a:pt x="1" y="1"/>
                  </a:moveTo>
                  <a:lnTo>
                    <a:pt x="556" y="732"/>
                  </a:lnTo>
                  <a:lnTo>
                    <a:pt x="4952" y="732"/>
                  </a:lnTo>
                  <a:lnTo>
                    <a:pt x="45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8"/>
            <p:cNvSpPr/>
            <p:nvPr/>
          </p:nvSpPr>
          <p:spPr>
            <a:xfrm>
              <a:off x="8192271" y="2877369"/>
              <a:ext cx="247470" cy="253714"/>
            </a:xfrm>
            <a:custGeom>
              <a:avLst/>
              <a:gdLst/>
              <a:ahLst/>
              <a:cxnLst/>
              <a:rect l="l" t="t" r="r" b="b"/>
              <a:pathLst>
                <a:path w="3369" h="3454" extrusionOk="0">
                  <a:moveTo>
                    <a:pt x="3369" y="3453"/>
                  </a:moveTo>
                  <a:lnTo>
                    <a:pt x="2757" y="3453"/>
                  </a:lnTo>
                  <a:lnTo>
                    <a:pt x="0" y="352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8"/>
            <p:cNvSpPr/>
            <p:nvPr/>
          </p:nvSpPr>
          <p:spPr>
            <a:xfrm>
              <a:off x="7626010" y="2780188"/>
              <a:ext cx="592121" cy="297125"/>
            </a:xfrm>
            <a:custGeom>
              <a:avLst/>
              <a:gdLst/>
              <a:ahLst/>
              <a:cxnLst/>
              <a:rect l="l" t="t" r="r" b="b"/>
              <a:pathLst>
                <a:path w="8061" h="4045" extrusionOk="0">
                  <a:moveTo>
                    <a:pt x="4516" y="4045"/>
                  </a:moveTo>
                  <a:lnTo>
                    <a:pt x="1" y="4045"/>
                  </a:lnTo>
                  <a:lnTo>
                    <a:pt x="3433" y="1"/>
                  </a:lnTo>
                  <a:lnTo>
                    <a:pt x="8061" y="1"/>
                  </a:lnTo>
                  <a:close/>
                </a:path>
              </a:pathLst>
            </a:custGeom>
            <a:solidFill>
              <a:srgbClr val="332B45">
                <a:alpha val="568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8"/>
            <p:cNvSpPr/>
            <p:nvPr/>
          </p:nvSpPr>
          <p:spPr>
            <a:xfrm>
              <a:off x="8080106" y="3081426"/>
              <a:ext cx="226388" cy="245413"/>
            </a:xfrm>
            <a:custGeom>
              <a:avLst/>
              <a:gdLst/>
              <a:ahLst/>
              <a:cxnLst/>
              <a:rect l="l" t="t" r="r" b="b"/>
              <a:pathLst>
                <a:path w="3082" h="3341" extrusionOk="0">
                  <a:moveTo>
                    <a:pt x="1" y="3341"/>
                  </a:moveTo>
                  <a:lnTo>
                    <a:pt x="3081" y="3341"/>
                  </a:lnTo>
                  <a:lnTo>
                    <a:pt x="308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8"/>
            <p:cNvSpPr/>
            <p:nvPr/>
          </p:nvSpPr>
          <p:spPr>
            <a:xfrm>
              <a:off x="8080106" y="3081426"/>
              <a:ext cx="196419" cy="245413"/>
            </a:xfrm>
            <a:custGeom>
              <a:avLst/>
              <a:gdLst/>
              <a:ahLst/>
              <a:cxnLst/>
              <a:rect l="l" t="t" r="r" b="b"/>
              <a:pathLst>
                <a:path w="2674" h="3341" extrusionOk="0">
                  <a:moveTo>
                    <a:pt x="1" y="3341"/>
                  </a:moveTo>
                  <a:lnTo>
                    <a:pt x="2673" y="3341"/>
                  </a:lnTo>
                  <a:lnTo>
                    <a:pt x="267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8134389" y="3123222"/>
              <a:ext cx="74998" cy="81241"/>
            </a:xfrm>
            <a:custGeom>
              <a:avLst/>
              <a:gdLst/>
              <a:ahLst/>
              <a:cxnLst/>
              <a:rect l="l" t="t" r="r" b="b"/>
              <a:pathLst>
                <a:path w="1021" h="1106" extrusionOk="0">
                  <a:moveTo>
                    <a:pt x="936" y="1"/>
                  </a:moveTo>
                  <a:cubicBezTo>
                    <a:pt x="915" y="1"/>
                    <a:pt x="894" y="8"/>
                    <a:pt x="879" y="22"/>
                  </a:cubicBezTo>
                  <a:lnTo>
                    <a:pt x="28" y="957"/>
                  </a:lnTo>
                  <a:cubicBezTo>
                    <a:pt x="0" y="985"/>
                    <a:pt x="0" y="1049"/>
                    <a:pt x="57" y="1077"/>
                  </a:cubicBezTo>
                  <a:cubicBezTo>
                    <a:pt x="57" y="1105"/>
                    <a:pt x="85" y="1105"/>
                    <a:pt x="85" y="1105"/>
                  </a:cubicBezTo>
                  <a:cubicBezTo>
                    <a:pt x="113" y="1105"/>
                    <a:pt x="141" y="1077"/>
                    <a:pt x="141" y="1077"/>
                  </a:cubicBezTo>
                  <a:lnTo>
                    <a:pt x="992" y="134"/>
                  </a:lnTo>
                  <a:cubicBezTo>
                    <a:pt x="1020" y="106"/>
                    <a:pt x="1020" y="50"/>
                    <a:pt x="992" y="22"/>
                  </a:cubicBezTo>
                  <a:cubicBezTo>
                    <a:pt x="978" y="8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8127631" y="3179268"/>
              <a:ext cx="73455" cy="80947"/>
            </a:xfrm>
            <a:custGeom>
              <a:avLst/>
              <a:gdLst/>
              <a:ahLst/>
              <a:cxnLst/>
              <a:rect l="l" t="t" r="r" b="b"/>
              <a:pathLst>
                <a:path w="1000" h="1102" extrusionOk="0">
                  <a:moveTo>
                    <a:pt x="920" y="0"/>
                  </a:moveTo>
                  <a:cubicBezTo>
                    <a:pt x="895" y="0"/>
                    <a:pt x="868" y="14"/>
                    <a:pt x="852" y="47"/>
                  </a:cubicBezTo>
                  <a:lnTo>
                    <a:pt x="29" y="989"/>
                  </a:lnTo>
                  <a:cubicBezTo>
                    <a:pt x="1" y="1017"/>
                    <a:pt x="1" y="1073"/>
                    <a:pt x="29" y="1102"/>
                  </a:cubicBezTo>
                  <a:lnTo>
                    <a:pt x="92" y="1102"/>
                  </a:lnTo>
                  <a:cubicBezTo>
                    <a:pt x="120" y="1102"/>
                    <a:pt x="120" y="1102"/>
                    <a:pt x="149" y="1073"/>
                  </a:cubicBezTo>
                  <a:lnTo>
                    <a:pt x="971" y="138"/>
                  </a:lnTo>
                  <a:cubicBezTo>
                    <a:pt x="1000" y="110"/>
                    <a:pt x="1000" y="47"/>
                    <a:pt x="971" y="18"/>
                  </a:cubicBezTo>
                  <a:cubicBezTo>
                    <a:pt x="957" y="7"/>
                    <a:pt x="939" y="0"/>
                    <a:pt x="920" y="0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7331091" y="3882157"/>
              <a:ext cx="506325" cy="368377"/>
            </a:xfrm>
            <a:custGeom>
              <a:avLst/>
              <a:gdLst/>
              <a:ahLst/>
              <a:cxnLst/>
              <a:rect l="l" t="t" r="r" b="b"/>
              <a:pathLst>
                <a:path w="6893" h="5015" extrusionOk="0">
                  <a:moveTo>
                    <a:pt x="0" y="5015"/>
                  </a:moveTo>
                  <a:lnTo>
                    <a:pt x="6892" y="5015"/>
                  </a:lnTo>
                  <a:lnTo>
                    <a:pt x="68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7331091" y="3882157"/>
              <a:ext cx="469671" cy="368377"/>
            </a:xfrm>
            <a:custGeom>
              <a:avLst/>
              <a:gdLst/>
              <a:ahLst/>
              <a:cxnLst/>
              <a:rect l="l" t="t" r="r" b="b"/>
              <a:pathLst>
                <a:path w="6394" h="5015" extrusionOk="0">
                  <a:moveTo>
                    <a:pt x="0" y="5015"/>
                  </a:moveTo>
                  <a:lnTo>
                    <a:pt x="6393" y="5015"/>
                  </a:lnTo>
                  <a:lnTo>
                    <a:pt x="63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7555274" y="3882157"/>
              <a:ext cx="21228" cy="368377"/>
            </a:xfrm>
            <a:custGeom>
              <a:avLst/>
              <a:gdLst/>
              <a:ahLst/>
              <a:cxnLst/>
              <a:rect l="l" t="t" r="r" b="b"/>
              <a:pathLst>
                <a:path w="289" h="5015" extrusionOk="0">
                  <a:moveTo>
                    <a:pt x="0" y="5015"/>
                  </a:moveTo>
                  <a:lnTo>
                    <a:pt x="0" y="0"/>
                  </a:lnTo>
                  <a:lnTo>
                    <a:pt x="289" y="0"/>
                  </a:lnTo>
                  <a:lnTo>
                    <a:pt x="289" y="50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7778943" y="3882157"/>
              <a:ext cx="21816" cy="368377"/>
            </a:xfrm>
            <a:custGeom>
              <a:avLst/>
              <a:gdLst/>
              <a:ahLst/>
              <a:cxnLst/>
              <a:rect l="l" t="t" r="r" b="b"/>
              <a:pathLst>
                <a:path w="297" h="5015" extrusionOk="0">
                  <a:moveTo>
                    <a:pt x="1" y="5015"/>
                  </a:moveTo>
                  <a:lnTo>
                    <a:pt x="296" y="5015"/>
                  </a:lnTo>
                  <a:lnTo>
                    <a:pt x="29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7331091" y="4054702"/>
              <a:ext cx="469671" cy="23799"/>
            </a:xfrm>
            <a:custGeom>
              <a:avLst/>
              <a:gdLst/>
              <a:ahLst/>
              <a:cxnLst/>
              <a:rect l="l" t="t" r="r" b="b"/>
              <a:pathLst>
                <a:path w="6394" h="324" extrusionOk="0">
                  <a:moveTo>
                    <a:pt x="0" y="324"/>
                  </a:moveTo>
                  <a:lnTo>
                    <a:pt x="6393" y="324"/>
                  </a:lnTo>
                  <a:lnTo>
                    <a:pt x="63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7372372" y="4130801"/>
              <a:ext cx="74998" cy="81021"/>
            </a:xfrm>
            <a:custGeom>
              <a:avLst/>
              <a:gdLst/>
              <a:ahLst/>
              <a:cxnLst/>
              <a:rect l="l" t="t" r="r" b="b"/>
              <a:pathLst>
                <a:path w="1021" h="1103" extrusionOk="0">
                  <a:moveTo>
                    <a:pt x="935" y="1"/>
                  </a:moveTo>
                  <a:cubicBezTo>
                    <a:pt x="913" y="1"/>
                    <a:pt x="896" y="14"/>
                    <a:pt x="880" y="47"/>
                  </a:cubicBezTo>
                  <a:lnTo>
                    <a:pt x="29" y="983"/>
                  </a:lnTo>
                  <a:cubicBezTo>
                    <a:pt x="1" y="1011"/>
                    <a:pt x="1" y="1074"/>
                    <a:pt x="29" y="1102"/>
                  </a:cubicBezTo>
                  <a:lnTo>
                    <a:pt x="85" y="1102"/>
                  </a:lnTo>
                  <a:cubicBezTo>
                    <a:pt x="113" y="1102"/>
                    <a:pt x="141" y="1102"/>
                    <a:pt x="141" y="1074"/>
                  </a:cubicBezTo>
                  <a:lnTo>
                    <a:pt x="992" y="132"/>
                  </a:lnTo>
                  <a:cubicBezTo>
                    <a:pt x="1020" y="104"/>
                    <a:pt x="1020" y="47"/>
                    <a:pt x="992" y="19"/>
                  </a:cubicBezTo>
                  <a:cubicBezTo>
                    <a:pt x="969" y="8"/>
                    <a:pt x="951" y="1"/>
                    <a:pt x="935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7434368" y="4111189"/>
              <a:ext cx="73455" cy="81021"/>
            </a:xfrm>
            <a:custGeom>
              <a:avLst/>
              <a:gdLst/>
              <a:ahLst/>
              <a:cxnLst/>
              <a:rect l="l" t="t" r="r" b="b"/>
              <a:pathLst>
                <a:path w="1000" h="1103" extrusionOk="0">
                  <a:moveTo>
                    <a:pt x="923" y="0"/>
                  </a:moveTo>
                  <a:cubicBezTo>
                    <a:pt x="897" y="0"/>
                    <a:pt x="868" y="14"/>
                    <a:pt x="852" y="47"/>
                  </a:cubicBezTo>
                  <a:lnTo>
                    <a:pt x="36" y="990"/>
                  </a:lnTo>
                  <a:cubicBezTo>
                    <a:pt x="1" y="1018"/>
                    <a:pt x="1" y="1074"/>
                    <a:pt x="36" y="1102"/>
                  </a:cubicBezTo>
                  <a:lnTo>
                    <a:pt x="92" y="1102"/>
                  </a:lnTo>
                  <a:cubicBezTo>
                    <a:pt x="120" y="1102"/>
                    <a:pt x="120" y="1102"/>
                    <a:pt x="148" y="1074"/>
                  </a:cubicBezTo>
                  <a:lnTo>
                    <a:pt x="971" y="139"/>
                  </a:lnTo>
                  <a:cubicBezTo>
                    <a:pt x="999" y="110"/>
                    <a:pt x="999" y="47"/>
                    <a:pt x="971" y="19"/>
                  </a:cubicBezTo>
                  <a:cubicBezTo>
                    <a:pt x="960" y="7"/>
                    <a:pt x="942" y="0"/>
                    <a:pt x="923" y="0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7645696" y="3938937"/>
              <a:ext cx="75438" cy="81241"/>
            </a:xfrm>
            <a:custGeom>
              <a:avLst/>
              <a:gdLst/>
              <a:ahLst/>
              <a:cxnLst/>
              <a:rect l="l" t="t" r="r" b="b"/>
              <a:pathLst>
                <a:path w="1027" h="1106" extrusionOk="0">
                  <a:moveTo>
                    <a:pt x="936" y="1"/>
                  </a:moveTo>
                  <a:cubicBezTo>
                    <a:pt x="914" y="1"/>
                    <a:pt x="893" y="8"/>
                    <a:pt x="879" y="22"/>
                  </a:cubicBezTo>
                  <a:lnTo>
                    <a:pt x="28" y="957"/>
                  </a:lnTo>
                  <a:cubicBezTo>
                    <a:pt x="0" y="985"/>
                    <a:pt x="0" y="1049"/>
                    <a:pt x="56" y="1077"/>
                  </a:cubicBezTo>
                  <a:lnTo>
                    <a:pt x="85" y="1105"/>
                  </a:lnTo>
                  <a:cubicBezTo>
                    <a:pt x="113" y="1105"/>
                    <a:pt x="148" y="1077"/>
                    <a:pt x="148" y="1077"/>
                  </a:cubicBezTo>
                  <a:lnTo>
                    <a:pt x="992" y="142"/>
                  </a:lnTo>
                  <a:cubicBezTo>
                    <a:pt x="1027" y="106"/>
                    <a:pt x="1027" y="50"/>
                    <a:pt x="992" y="22"/>
                  </a:cubicBezTo>
                  <a:cubicBezTo>
                    <a:pt x="978" y="8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6534695" y="4342938"/>
              <a:ext cx="357579" cy="802863"/>
            </a:xfrm>
            <a:custGeom>
              <a:avLst/>
              <a:gdLst/>
              <a:ahLst/>
              <a:cxnLst/>
              <a:rect l="l" t="t" r="r" b="b"/>
              <a:pathLst>
                <a:path w="4868" h="10930" extrusionOk="0">
                  <a:moveTo>
                    <a:pt x="1" y="10930"/>
                  </a:moveTo>
                  <a:lnTo>
                    <a:pt x="4868" y="10930"/>
                  </a:lnTo>
                  <a:lnTo>
                    <a:pt x="486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6571645" y="4342938"/>
              <a:ext cx="316224" cy="802863"/>
            </a:xfrm>
            <a:custGeom>
              <a:avLst/>
              <a:gdLst/>
              <a:ahLst/>
              <a:cxnLst/>
              <a:rect l="l" t="t" r="r" b="b"/>
              <a:pathLst>
                <a:path w="4305" h="10930" extrusionOk="0">
                  <a:moveTo>
                    <a:pt x="1" y="10930"/>
                  </a:moveTo>
                  <a:lnTo>
                    <a:pt x="4305" y="10930"/>
                  </a:lnTo>
                  <a:lnTo>
                    <a:pt x="430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6610429" y="4381723"/>
              <a:ext cx="212873" cy="79625"/>
            </a:xfrm>
            <a:custGeom>
              <a:avLst/>
              <a:gdLst/>
              <a:ahLst/>
              <a:cxnLst/>
              <a:rect l="l" t="t" r="r" b="b"/>
              <a:pathLst>
                <a:path w="2898" h="1084" extrusionOk="0">
                  <a:moveTo>
                    <a:pt x="0" y="1083"/>
                  </a:moveTo>
                  <a:lnTo>
                    <a:pt x="2898" y="1083"/>
                  </a:lnTo>
                  <a:lnTo>
                    <a:pt x="28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6500394" y="4287186"/>
              <a:ext cx="415388" cy="55826"/>
            </a:xfrm>
            <a:custGeom>
              <a:avLst/>
              <a:gdLst/>
              <a:ahLst/>
              <a:cxnLst/>
              <a:rect l="l" t="t" r="r" b="b"/>
              <a:pathLst>
                <a:path w="5655" h="760" extrusionOk="0">
                  <a:moveTo>
                    <a:pt x="0" y="0"/>
                  </a:moveTo>
                  <a:lnTo>
                    <a:pt x="5655" y="0"/>
                  </a:lnTo>
                  <a:lnTo>
                    <a:pt x="5655" y="760"/>
                  </a:lnTo>
                  <a:lnTo>
                    <a:pt x="0" y="7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6537048" y="4941154"/>
              <a:ext cx="350821" cy="204646"/>
            </a:xfrm>
            <a:custGeom>
              <a:avLst/>
              <a:gdLst/>
              <a:ahLst/>
              <a:cxnLst/>
              <a:rect l="l" t="t" r="r" b="b"/>
              <a:pathLst>
                <a:path w="4776" h="2786" extrusionOk="0">
                  <a:moveTo>
                    <a:pt x="0" y="2786"/>
                  </a:moveTo>
                  <a:lnTo>
                    <a:pt x="4776" y="2786"/>
                  </a:lnTo>
                  <a:lnTo>
                    <a:pt x="477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6367075" y="5077051"/>
              <a:ext cx="312100" cy="79099"/>
            </a:xfrm>
            <a:custGeom>
              <a:avLst/>
              <a:gdLst/>
              <a:ahLst/>
              <a:cxnLst/>
              <a:rect l="l" t="t" r="r" b="b"/>
              <a:pathLst>
                <a:path w="4249" h="936" extrusionOk="0">
                  <a:moveTo>
                    <a:pt x="1027" y="0"/>
                  </a:moveTo>
                  <a:lnTo>
                    <a:pt x="1027" y="0"/>
                  </a:lnTo>
                  <a:lnTo>
                    <a:pt x="1" y="0"/>
                  </a:lnTo>
                  <a:lnTo>
                    <a:pt x="1" y="936"/>
                  </a:lnTo>
                  <a:lnTo>
                    <a:pt x="4248" y="936"/>
                  </a:lnTo>
                  <a:lnTo>
                    <a:pt x="42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6442512" y="5012479"/>
              <a:ext cx="294555" cy="64640"/>
            </a:xfrm>
            <a:custGeom>
              <a:avLst/>
              <a:gdLst/>
              <a:ahLst/>
              <a:cxnLst/>
              <a:rect l="l" t="t" r="r" b="b"/>
              <a:pathLst>
                <a:path w="4010" h="880" extrusionOk="0">
                  <a:moveTo>
                    <a:pt x="0" y="0"/>
                  </a:moveTo>
                  <a:lnTo>
                    <a:pt x="0" y="879"/>
                  </a:lnTo>
                  <a:lnTo>
                    <a:pt x="4009" y="879"/>
                  </a:lnTo>
                  <a:lnTo>
                    <a:pt x="4009" y="0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6502451" y="4941154"/>
              <a:ext cx="309980" cy="71398"/>
            </a:xfrm>
            <a:custGeom>
              <a:avLst/>
              <a:gdLst/>
              <a:ahLst/>
              <a:cxnLst/>
              <a:rect l="l" t="t" r="r" b="b"/>
              <a:pathLst>
                <a:path w="4220" h="972" extrusionOk="0">
                  <a:moveTo>
                    <a:pt x="0" y="971"/>
                  </a:moveTo>
                  <a:lnTo>
                    <a:pt x="4220" y="971"/>
                  </a:lnTo>
                  <a:lnTo>
                    <a:pt x="422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6797371" y="4665846"/>
              <a:ext cx="60527" cy="60527"/>
            </a:xfrm>
            <a:custGeom>
              <a:avLst/>
              <a:gdLst/>
              <a:ahLst/>
              <a:cxnLst/>
              <a:rect l="l" t="t" r="r" b="b"/>
              <a:pathLst>
                <a:path w="824" h="824" extrusionOk="0">
                  <a:moveTo>
                    <a:pt x="824" y="408"/>
                  </a:moveTo>
                  <a:cubicBezTo>
                    <a:pt x="824" y="619"/>
                    <a:pt x="648" y="823"/>
                    <a:pt x="409" y="823"/>
                  </a:cubicBezTo>
                  <a:cubicBezTo>
                    <a:pt x="177" y="823"/>
                    <a:pt x="1" y="619"/>
                    <a:pt x="1" y="408"/>
                  </a:cubicBezTo>
                  <a:cubicBezTo>
                    <a:pt x="1" y="176"/>
                    <a:pt x="177" y="0"/>
                    <a:pt x="409" y="0"/>
                  </a:cubicBezTo>
                  <a:cubicBezTo>
                    <a:pt x="648" y="0"/>
                    <a:pt x="824" y="176"/>
                    <a:pt x="824" y="4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7970585" y="4241718"/>
              <a:ext cx="747111" cy="904084"/>
            </a:xfrm>
            <a:custGeom>
              <a:avLst/>
              <a:gdLst/>
              <a:ahLst/>
              <a:cxnLst/>
              <a:rect l="l" t="t" r="r" b="b"/>
              <a:pathLst>
                <a:path w="10171" h="12308" extrusionOk="0">
                  <a:moveTo>
                    <a:pt x="9819" y="0"/>
                  </a:moveTo>
                  <a:lnTo>
                    <a:pt x="1" y="0"/>
                  </a:lnTo>
                  <a:lnTo>
                    <a:pt x="1" y="12308"/>
                  </a:lnTo>
                  <a:lnTo>
                    <a:pt x="10171" y="12308"/>
                  </a:lnTo>
                  <a:lnTo>
                    <a:pt x="10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8717617" y="4241718"/>
              <a:ext cx="921199" cy="904084"/>
            </a:xfrm>
            <a:custGeom>
              <a:avLst/>
              <a:gdLst/>
              <a:ahLst/>
              <a:cxnLst/>
              <a:rect l="l" t="t" r="r" b="b"/>
              <a:pathLst>
                <a:path w="12541" h="12308" extrusionOk="0">
                  <a:moveTo>
                    <a:pt x="1" y="0"/>
                  </a:moveTo>
                  <a:lnTo>
                    <a:pt x="1" y="12308"/>
                  </a:lnTo>
                  <a:lnTo>
                    <a:pt x="12540" y="12308"/>
                  </a:lnTo>
                  <a:lnTo>
                    <a:pt x="125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8872606" y="4564551"/>
              <a:ext cx="628261" cy="581249"/>
            </a:xfrm>
            <a:custGeom>
              <a:avLst/>
              <a:gdLst/>
              <a:ahLst/>
              <a:cxnLst/>
              <a:rect l="l" t="t" r="r" b="b"/>
              <a:pathLst>
                <a:path w="8553" h="7913" extrusionOk="0">
                  <a:moveTo>
                    <a:pt x="0" y="7913"/>
                  </a:moveTo>
                  <a:lnTo>
                    <a:pt x="8553" y="7913"/>
                  </a:lnTo>
                  <a:lnTo>
                    <a:pt x="8553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7921004" y="3774692"/>
              <a:ext cx="940812" cy="467100"/>
            </a:xfrm>
            <a:custGeom>
              <a:avLst/>
              <a:gdLst/>
              <a:ahLst/>
              <a:cxnLst/>
              <a:rect l="l" t="t" r="r" b="b"/>
              <a:pathLst>
                <a:path w="12808" h="6359" extrusionOk="0">
                  <a:moveTo>
                    <a:pt x="1" y="5683"/>
                  </a:moveTo>
                  <a:lnTo>
                    <a:pt x="233" y="6358"/>
                  </a:lnTo>
                  <a:lnTo>
                    <a:pt x="10494" y="6358"/>
                  </a:lnTo>
                  <a:lnTo>
                    <a:pt x="128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8691761" y="3774692"/>
              <a:ext cx="1005452" cy="467100"/>
            </a:xfrm>
            <a:custGeom>
              <a:avLst/>
              <a:gdLst/>
              <a:ahLst/>
              <a:cxnLst/>
              <a:rect l="l" t="t" r="r" b="b"/>
              <a:pathLst>
                <a:path w="13688" h="6359" extrusionOk="0">
                  <a:moveTo>
                    <a:pt x="2315" y="0"/>
                  </a:moveTo>
                  <a:lnTo>
                    <a:pt x="13687" y="5655"/>
                  </a:lnTo>
                  <a:lnTo>
                    <a:pt x="13476" y="6358"/>
                  </a:lnTo>
                  <a:lnTo>
                    <a:pt x="1" y="63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8125574" y="4467958"/>
              <a:ext cx="467100" cy="189147"/>
            </a:xfrm>
            <a:custGeom>
              <a:avLst/>
              <a:gdLst/>
              <a:ahLst/>
              <a:cxnLst/>
              <a:rect l="l" t="t" r="r" b="b"/>
              <a:pathLst>
                <a:path w="6359" h="2575" extrusionOk="0">
                  <a:moveTo>
                    <a:pt x="1" y="2575"/>
                  </a:moveTo>
                  <a:lnTo>
                    <a:pt x="6359" y="2575"/>
                  </a:lnTo>
                  <a:lnTo>
                    <a:pt x="635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8160171" y="4467958"/>
              <a:ext cx="432503" cy="189147"/>
            </a:xfrm>
            <a:custGeom>
              <a:avLst/>
              <a:gdLst/>
              <a:ahLst/>
              <a:cxnLst/>
              <a:rect l="l" t="t" r="r" b="b"/>
              <a:pathLst>
                <a:path w="5888" h="2575" extrusionOk="0">
                  <a:moveTo>
                    <a:pt x="1" y="2575"/>
                  </a:moveTo>
                  <a:lnTo>
                    <a:pt x="5888" y="2575"/>
                  </a:lnTo>
                  <a:lnTo>
                    <a:pt x="588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8230981" y="4467958"/>
              <a:ext cx="116279" cy="189147"/>
            </a:xfrm>
            <a:custGeom>
              <a:avLst/>
              <a:gdLst/>
              <a:ahLst/>
              <a:cxnLst/>
              <a:rect l="l" t="t" r="r" b="b"/>
              <a:pathLst>
                <a:path w="1583" h="2575" extrusionOk="0">
                  <a:moveTo>
                    <a:pt x="352" y="2575"/>
                  </a:moveTo>
                  <a:lnTo>
                    <a:pt x="1583" y="1"/>
                  </a:lnTo>
                  <a:lnTo>
                    <a:pt x="1231" y="1"/>
                  </a:lnTo>
                  <a:lnTo>
                    <a:pt x="0" y="2575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8297605" y="4467958"/>
              <a:ext cx="116353" cy="189147"/>
            </a:xfrm>
            <a:custGeom>
              <a:avLst/>
              <a:gdLst/>
              <a:ahLst/>
              <a:cxnLst/>
              <a:rect l="l" t="t" r="r" b="b"/>
              <a:pathLst>
                <a:path w="1584" h="2575" extrusionOk="0">
                  <a:moveTo>
                    <a:pt x="352" y="2575"/>
                  </a:moveTo>
                  <a:lnTo>
                    <a:pt x="1583" y="1"/>
                  </a:lnTo>
                  <a:lnTo>
                    <a:pt x="1232" y="1"/>
                  </a:lnTo>
                  <a:lnTo>
                    <a:pt x="1" y="2575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9455835" y="4564551"/>
              <a:ext cx="45028" cy="581249"/>
            </a:xfrm>
            <a:custGeom>
              <a:avLst/>
              <a:gdLst/>
              <a:ahLst/>
              <a:cxnLst/>
              <a:rect l="l" t="t" r="r" b="b"/>
              <a:pathLst>
                <a:path w="613" h="7913" extrusionOk="0">
                  <a:moveTo>
                    <a:pt x="1" y="7913"/>
                  </a:moveTo>
                  <a:lnTo>
                    <a:pt x="613" y="7913"/>
                  </a:lnTo>
                  <a:lnTo>
                    <a:pt x="613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7341889" y="4418376"/>
              <a:ext cx="492957" cy="359636"/>
            </a:xfrm>
            <a:custGeom>
              <a:avLst/>
              <a:gdLst/>
              <a:ahLst/>
              <a:cxnLst/>
              <a:rect l="l" t="t" r="r" b="b"/>
              <a:pathLst>
                <a:path w="6711" h="4896" extrusionOk="0">
                  <a:moveTo>
                    <a:pt x="1" y="4895"/>
                  </a:moveTo>
                  <a:lnTo>
                    <a:pt x="6710" y="4895"/>
                  </a:lnTo>
                  <a:lnTo>
                    <a:pt x="671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7341889" y="4418376"/>
              <a:ext cx="458873" cy="359636"/>
            </a:xfrm>
            <a:custGeom>
              <a:avLst/>
              <a:gdLst/>
              <a:ahLst/>
              <a:cxnLst/>
              <a:rect l="l" t="t" r="r" b="b"/>
              <a:pathLst>
                <a:path w="6247" h="4896" extrusionOk="0">
                  <a:moveTo>
                    <a:pt x="1" y="4895"/>
                  </a:moveTo>
                  <a:lnTo>
                    <a:pt x="6246" y="4895"/>
                  </a:lnTo>
                  <a:lnTo>
                    <a:pt x="624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7561444" y="4418376"/>
              <a:ext cx="19686" cy="359636"/>
            </a:xfrm>
            <a:custGeom>
              <a:avLst/>
              <a:gdLst/>
              <a:ahLst/>
              <a:cxnLst/>
              <a:rect l="l" t="t" r="r" b="b"/>
              <a:pathLst>
                <a:path w="268" h="4896" extrusionOk="0">
                  <a:moveTo>
                    <a:pt x="1" y="4895"/>
                  </a:moveTo>
                  <a:lnTo>
                    <a:pt x="1" y="0"/>
                  </a:lnTo>
                  <a:lnTo>
                    <a:pt x="268" y="0"/>
                  </a:lnTo>
                  <a:lnTo>
                    <a:pt x="268" y="48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7776886" y="4418376"/>
              <a:ext cx="23873" cy="359636"/>
            </a:xfrm>
            <a:custGeom>
              <a:avLst/>
              <a:gdLst/>
              <a:ahLst/>
              <a:cxnLst/>
              <a:rect l="l" t="t" r="r" b="b"/>
              <a:pathLst>
                <a:path w="325" h="4896" extrusionOk="0">
                  <a:moveTo>
                    <a:pt x="1" y="4895"/>
                  </a:moveTo>
                  <a:lnTo>
                    <a:pt x="324" y="4895"/>
                  </a:lnTo>
                  <a:lnTo>
                    <a:pt x="32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7341889" y="4586294"/>
              <a:ext cx="458873" cy="21743"/>
            </a:xfrm>
            <a:custGeom>
              <a:avLst/>
              <a:gdLst/>
              <a:ahLst/>
              <a:cxnLst/>
              <a:rect l="l" t="t" r="r" b="b"/>
              <a:pathLst>
                <a:path w="6247" h="296" extrusionOk="0">
                  <a:moveTo>
                    <a:pt x="1" y="296"/>
                  </a:moveTo>
                  <a:lnTo>
                    <a:pt x="6246" y="296"/>
                  </a:lnTo>
                  <a:lnTo>
                    <a:pt x="624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7408512" y="4476846"/>
              <a:ext cx="71398" cy="79552"/>
            </a:xfrm>
            <a:custGeom>
              <a:avLst/>
              <a:gdLst/>
              <a:ahLst/>
              <a:cxnLst/>
              <a:rect l="l" t="t" r="r" b="b"/>
              <a:pathLst>
                <a:path w="972" h="1083" extrusionOk="0">
                  <a:moveTo>
                    <a:pt x="884" y="1"/>
                  </a:moveTo>
                  <a:cubicBezTo>
                    <a:pt x="861" y="1"/>
                    <a:pt x="838" y="10"/>
                    <a:pt x="824" y="27"/>
                  </a:cubicBezTo>
                  <a:lnTo>
                    <a:pt x="36" y="935"/>
                  </a:lnTo>
                  <a:cubicBezTo>
                    <a:pt x="1" y="963"/>
                    <a:pt x="1" y="1019"/>
                    <a:pt x="36" y="1047"/>
                  </a:cubicBezTo>
                  <a:cubicBezTo>
                    <a:pt x="36" y="1047"/>
                    <a:pt x="64" y="1082"/>
                    <a:pt x="92" y="1082"/>
                  </a:cubicBezTo>
                  <a:cubicBezTo>
                    <a:pt x="92" y="1082"/>
                    <a:pt x="121" y="1047"/>
                    <a:pt x="149" y="1047"/>
                  </a:cubicBezTo>
                  <a:lnTo>
                    <a:pt x="943" y="112"/>
                  </a:lnTo>
                  <a:cubicBezTo>
                    <a:pt x="972" y="84"/>
                    <a:pt x="972" y="55"/>
                    <a:pt x="943" y="27"/>
                  </a:cubicBezTo>
                  <a:cubicBezTo>
                    <a:pt x="929" y="10"/>
                    <a:pt x="906" y="1"/>
                    <a:pt x="884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7669422" y="4638447"/>
              <a:ext cx="72941" cy="79111"/>
            </a:xfrm>
            <a:custGeom>
              <a:avLst/>
              <a:gdLst/>
              <a:ahLst/>
              <a:cxnLst/>
              <a:rect l="l" t="t" r="r" b="b"/>
              <a:pathLst>
                <a:path w="993" h="1077" extrusionOk="0">
                  <a:moveTo>
                    <a:pt x="907" y="1"/>
                  </a:moveTo>
                  <a:cubicBezTo>
                    <a:pt x="885" y="1"/>
                    <a:pt x="862" y="8"/>
                    <a:pt x="845" y="22"/>
                  </a:cubicBezTo>
                  <a:lnTo>
                    <a:pt x="29" y="929"/>
                  </a:lnTo>
                  <a:cubicBezTo>
                    <a:pt x="1" y="957"/>
                    <a:pt x="29" y="1020"/>
                    <a:pt x="57" y="1048"/>
                  </a:cubicBezTo>
                  <a:lnTo>
                    <a:pt x="85" y="1077"/>
                  </a:lnTo>
                  <a:cubicBezTo>
                    <a:pt x="113" y="1077"/>
                    <a:pt x="141" y="1048"/>
                    <a:pt x="141" y="1048"/>
                  </a:cubicBezTo>
                  <a:lnTo>
                    <a:pt x="964" y="113"/>
                  </a:lnTo>
                  <a:cubicBezTo>
                    <a:pt x="992" y="78"/>
                    <a:pt x="992" y="50"/>
                    <a:pt x="964" y="22"/>
                  </a:cubicBezTo>
                  <a:cubicBezTo>
                    <a:pt x="950" y="8"/>
                    <a:pt x="929" y="1"/>
                    <a:pt x="907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7619840" y="4655488"/>
              <a:ext cx="70811" cy="79111"/>
            </a:xfrm>
            <a:custGeom>
              <a:avLst/>
              <a:gdLst/>
              <a:ahLst/>
              <a:cxnLst/>
              <a:rect l="l" t="t" r="r" b="b"/>
              <a:pathLst>
                <a:path w="964" h="1077" extrusionOk="0">
                  <a:moveTo>
                    <a:pt x="894" y="1"/>
                  </a:moveTo>
                  <a:cubicBezTo>
                    <a:pt x="880" y="1"/>
                    <a:pt x="866" y="8"/>
                    <a:pt x="851" y="22"/>
                  </a:cubicBezTo>
                  <a:lnTo>
                    <a:pt x="29" y="964"/>
                  </a:lnTo>
                  <a:cubicBezTo>
                    <a:pt x="0" y="992"/>
                    <a:pt x="0" y="1020"/>
                    <a:pt x="29" y="1048"/>
                  </a:cubicBezTo>
                  <a:cubicBezTo>
                    <a:pt x="29" y="1077"/>
                    <a:pt x="57" y="1077"/>
                    <a:pt x="85" y="1077"/>
                  </a:cubicBezTo>
                  <a:cubicBezTo>
                    <a:pt x="85" y="1077"/>
                    <a:pt x="113" y="1077"/>
                    <a:pt x="148" y="1048"/>
                  </a:cubicBezTo>
                  <a:lnTo>
                    <a:pt x="964" y="141"/>
                  </a:lnTo>
                  <a:cubicBezTo>
                    <a:pt x="964" y="113"/>
                    <a:pt x="964" y="57"/>
                    <a:pt x="936" y="22"/>
                  </a:cubicBezTo>
                  <a:cubicBezTo>
                    <a:pt x="922" y="8"/>
                    <a:pt x="908" y="1"/>
                    <a:pt x="894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7921004" y="3774692"/>
              <a:ext cx="940812" cy="467100"/>
            </a:xfrm>
            <a:custGeom>
              <a:avLst/>
              <a:gdLst/>
              <a:ahLst/>
              <a:cxnLst/>
              <a:rect l="l" t="t" r="r" b="b"/>
              <a:pathLst>
                <a:path w="12808" h="6359" extrusionOk="0">
                  <a:moveTo>
                    <a:pt x="1" y="5683"/>
                  </a:moveTo>
                  <a:lnTo>
                    <a:pt x="233" y="6358"/>
                  </a:lnTo>
                  <a:lnTo>
                    <a:pt x="10494" y="6358"/>
                  </a:lnTo>
                  <a:lnTo>
                    <a:pt x="12808" y="0"/>
                  </a:lnTo>
                  <a:close/>
                </a:path>
              </a:pathLst>
            </a:custGeom>
            <a:solidFill>
              <a:srgbClr val="332B45">
                <a:alpha val="568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1" name="Google Shape;1331;p28"/>
          <p:cNvGrpSpPr/>
          <p:nvPr/>
        </p:nvGrpSpPr>
        <p:grpSpPr>
          <a:xfrm>
            <a:off x="7760968" y="4500563"/>
            <a:ext cx="1383032" cy="639647"/>
            <a:chOff x="5951675" y="3577056"/>
            <a:chExt cx="2233218" cy="1032855"/>
          </a:xfrm>
        </p:grpSpPr>
        <p:sp>
          <p:nvSpPr>
            <p:cNvPr id="1332" name="Google Shape;1332;p28"/>
            <p:cNvSpPr/>
            <p:nvPr/>
          </p:nvSpPr>
          <p:spPr>
            <a:xfrm>
              <a:off x="5951675" y="3812955"/>
              <a:ext cx="737887" cy="796955"/>
            </a:xfrm>
            <a:custGeom>
              <a:avLst/>
              <a:gdLst/>
              <a:ahLst/>
              <a:cxnLst/>
              <a:rect l="l" t="t" r="r" b="b"/>
              <a:pathLst>
                <a:path w="3960" h="4277" extrusionOk="0">
                  <a:moveTo>
                    <a:pt x="1146" y="4276"/>
                  </a:moveTo>
                  <a:cubicBezTo>
                    <a:pt x="499" y="4276"/>
                    <a:pt x="0" y="3749"/>
                    <a:pt x="0" y="3130"/>
                  </a:cubicBezTo>
                  <a:cubicBezTo>
                    <a:pt x="0" y="2666"/>
                    <a:pt x="267" y="2286"/>
                    <a:pt x="675" y="2110"/>
                  </a:cubicBezTo>
                  <a:cubicBezTo>
                    <a:pt x="647" y="2019"/>
                    <a:pt x="619" y="1899"/>
                    <a:pt x="619" y="1815"/>
                  </a:cubicBezTo>
                  <a:cubicBezTo>
                    <a:pt x="619" y="1372"/>
                    <a:pt x="907" y="1020"/>
                    <a:pt x="1322" y="936"/>
                  </a:cubicBezTo>
                  <a:cubicBezTo>
                    <a:pt x="1294" y="844"/>
                    <a:pt x="1294" y="788"/>
                    <a:pt x="1294" y="703"/>
                  </a:cubicBezTo>
                  <a:cubicBezTo>
                    <a:pt x="1294" y="317"/>
                    <a:pt x="1611" y="0"/>
                    <a:pt x="1997" y="0"/>
                  </a:cubicBezTo>
                  <a:cubicBezTo>
                    <a:pt x="2377" y="0"/>
                    <a:pt x="2701" y="317"/>
                    <a:pt x="2701" y="703"/>
                  </a:cubicBezTo>
                  <a:cubicBezTo>
                    <a:pt x="2701" y="788"/>
                    <a:pt x="2701" y="844"/>
                    <a:pt x="2666" y="936"/>
                  </a:cubicBezTo>
                  <a:cubicBezTo>
                    <a:pt x="3052" y="1055"/>
                    <a:pt x="3341" y="1407"/>
                    <a:pt x="3341" y="1815"/>
                  </a:cubicBezTo>
                  <a:cubicBezTo>
                    <a:pt x="3341" y="1899"/>
                    <a:pt x="3313" y="2019"/>
                    <a:pt x="3284" y="2110"/>
                  </a:cubicBezTo>
                  <a:cubicBezTo>
                    <a:pt x="3692" y="2286"/>
                    <a:pt x="3960" y="2666"/>
                    <a:pt x="3960" y="3130"/>
                  </a:cubicBezTo>
                  <a:cubicBezTo>
                    <a:pt x="3960" y="3749"/>
                    <a:pt x="3460" y="4276"/>
                    <a:pt x="2813" y="42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04775" dir="828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7431168" y="3801030"/>
              <a:ext cx="753725" cy="808880"/>
            </a:xfrm>
            <a:custGeom>
              <a:avLst/>
              <a:gdLst/>
              <a:ahLst/>
              <a:cxnLst/>
              <a:rect l="l" t="t" r="r" b="b"/>
              <a:pathLst>
                <a:path w="4045" h="4341" extrusionOk="0">
                  <a:moveTo>
                    <a:pt x="1203" y="4340"/>
                  </a:moveTo>
                  <a:cubicBezTo>
                    <a:pt x="528" y="4340"/>
                    <a:pt x="0" y="3813"/>
                    <a:pt x="0" y="3194"/>
                  </a:cubicBezTo>
                  <a:cubicBezTo>
                    <a:pt x="0" y="2730"/>
                    <a:pt x="296" y="2315"/>
                    <a:pt x="704" y="2139"/>
                  </a:cubicBezTo>
                  <a:cubicBezTo>
                    <a:pt x="675" y="2055"/>
                    <a:pt x="647" y="1935"/>
                    <a:pt x="647" y="1851"/>
                  </a:cubicBezTo>
                  <a:cubicBezTo>
                    <a:pt x="647" y="1407"/>
                    <a:pt x="971" y="1056"/>
                    <a:pt x="1379" y="943"/>
                  </a:cubicBezTo>
                  <a:cubicBezTo>
                    <a:pt x="1351" y="880"/>
                    <a:pt x="1323" y="796"/>
                    <a:pt x="1323" y="704"/>
                  </a:cubicBezTo>
                  <a:cubicBezTo>
                    <a:pt x="1323" y="324"/>
                    <a:pt x="1646" y="1"/>
                    <a:pt x="2054" y="1"/>
                  </a:cubicBezTo>
                  <a:cubicBezTo>
                    <a:pt x="2434" y="1"/>
                    <a:pt x="2757" y="324"/>
                    <a:pt x="2757" y="704"/>
                  </a:cubicBezTo>
                  <a:cubicBezTo>
                    <a:pt x="2757" y="796"/>
                    <a:pt x="2757" y="880"/>
                    <a:pt x="2729" y="971"/>
                  </a:cubicBezTo>
                  <a:cubicBezTo>
                    <a:pt x="3109" y="1056"/>
                    <a:pt x="3404" y="1436"/>
                    <a:pt x="3404" y="1851"/>
                  </a:cubicBezTo>
                  <a:cubicBezTo>
                    <a:pt x="3404" y="1935"/>
                    <a:pt x="3376" y="2055"/>
                    <a:pt x="3341" y="2139"/>
                  </a:cubicBezTo>
                  <a:cubicBezTo>
                    <a:pt x="3756" y="2315"/>
                    <a:pt x="4044" y="2730"/>
                    <a:pt x="4044" y="3194"/>
                  </a:cubicBezTo>
                  <a:cubicBezTo>
                    <a:pt x="4044" y="3813"/>
                    <a:pt x="3517" y="4340"/>
                    <a:pt x="2877" y="43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dist="104775" dir="828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6377448" y="3577056"/>
              <a:ext cx="962048" cy="1032855"/>
            </a:xfrm>
            <a:custGeom>
              <a:avLst/>
              <a:gdLst/>
              <a:ahLst/>
              <a:cxnLst/>
              <a:rect l="l" t="t" r="r" b="b"/>
              <a:pathLst>
                <a:path w="5163" h="5543" extrusionOk="0">
                  <a:moveTo>
                    <a:pt x="1499" y="5542"/>
                  </a:moveTo>
                  <a:cubicBezTo>
                    <a:pt x="676" y="5542"/>
                    <a:pt x="1" y="4867"/>
                    <a:pt x="1" y="4044"/>
                  </a:cubicBezTo>
                  <a:cubicBezTo>
                    <a:pt x="1" y="3460"/>
                    <a:pt x="352" y="2961"/>
                    <a:pt x="880" y="2729"/>
                  </a:cubicBezTo>
                  <a:cubicBezTo>
                    <a:pt x="824" y="2609"/>
                    <a:pt x="796" y="2462"/>
                    <a:pt x="796" y="2349"/>
                  </a:cubicBezTo>
                  <a:cubicBezTo>
                    <a:pt x="796" y="1794"/>
                    <a:pt x="1203" y="1322"/>
                    <a:pt x="1731" y="1203"/>
                  </a:cubicBezTo>
                  <a:cubicBezTo>
                    <a:pt x="1703" y="1118"/>
                    <a:pt x="1675" y="999"/>
                    <a:pt x="1675" y="879"/>
                  </a:cubicBezTo>
                  <a:cubicBezTo>
                    <a:pt x="1675" y="387"/>
                    <a:pt x="2083" y="0"/>
                    <a:pt x="2582" y="0"/>
                  </a:cubicBezTo>
                  <a:cubicBezTo>
                    <a:pt x="3109" y="0"/>
                    <a:pt x="3517" y="387"/>
                    <a:pt x="3517" y="879"/>
                  </a:cubicBezTo>
                  <a:cubicBezTo>
                    <a:pt x="3517" y="999"/>
                    <a:pt x="3489" y="1118"/>
                    <a:pt x="3461" y="1203"/>
                  </a:cubicBezTo>
                  <a:cubicBezTo>
                    <a:pt x="3960" y="1351"/>
                    <a:pt x="4340" y="1822"/>
                    <a:pt x="4340" y="2349"/>
                  </a:cubicBezTo>
                  <a:cubicBezTo>
                    <a:pt x="4340" y="2462"/>
                    <a:pt x="4312" y="2609"/>
                    <a:pt x="4284" y="2729"/>
                  </a:cubicBezTo>
                  <a:cubicBezTo>
                    <a:pt x="4811" y="2961"/>
                    <a:pt x="5163" y="3460"/>
                    <a:pt x="5163" y="4044"/>
                  </a:cubicBezTo>
                  <a:cubicBezTo>
                    <a:pt x="5163" y="4867"/>
                    <a:pt x="4488" y="5542"/>
                    <a:pt x="3637" y="55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dist="104775" dir="828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5" name="Google Shape;1335;p28"/>
          <p:cNvSpPr/>
          <p:nvPr/>
        </p:nvSpPr>
        <p:spPr>
          <a:xfrm>
            <a:off x="6930358" y="1399285"/>
            <a:ext cx="840952" cy="1162694"/>
          </a:xfrm>
          <a:custGeom>
            <a:avLst/>
            <a:gdLst/>
            <a:ahLst/>
            <a:cxnLst/>
            <a:rect l="l" t="t" r="r" b="b"/>
            <a:pathLst>
              <a:path w="12864" h="17785" extrusionOk="0">
                <a:moveTo>
                  <a:pt x="6478" y="3219"/>
                </a:moveTo>
                <a:cubicBezTo>
                  <a:pt x="8152" y="3219"/>
                  <a:pt x="9495" y="4569"/>
                  <a:pt x="9495" y="6243"/>
                </a:cubicBezTo>
                <a:cubicBezTo>
                  <a:pt x="9495" y="7910"/>
                  <a:pt x="8116" y="9260"/>
                  <a:pt x="6450" y="9260"/>
                </a:cubicBezTo>
                <a:cubicBezTo>
                  <a:pt x="4811" y="9260"/>
                  <a:pt x="3461" y="7882"/>
                  <a:pt x="3461" y="6243"/>
                </a:cubicBezTo>
                <a:cubicBezTo>
                  <a:pt x="3461" y="4569"/>
                  <a:pt x="4811" y="3219"/>
                  <a:pt x="6478" y="3219"/>
                </a:cubicBezTo>
                <a:close/>
                <a:moveTo>
                  <a:pt x="6470" y="1"/>
                </a:moveTo>
                <a:cubicBezTo>
                  <a:pt x="4106" y="1"/>
                  <a:pt x="1916" y="1340"/>
                  <a:pt x="880" y="3458"/>
                </a:cubicBezTo>
                <a:cubicBezTo>
                  <a:pt x="148" y="4949"/>
                  <a:pt x="0" y="6475"/>
                  <a:pt x="591" y="8030"/>
                </a:cubicBezTo>
                <a:cubicBezTo>
                  <a:pt x="795" y="8557"/>
                  <a:pt x="1027" y="9085"/>
                  <a:pt x="1259" y="9612"/>
                </a:cubicBezTo>
                <a:cubicBezTo>
                  <a:pt x="2202" y="11546"/>
                  <a:pt x="3341" y="13361"/>
                  <a:pt x="4572" y="15119"/>
                </a:cubicBezTo>
                <a:cubicBezTo>
                  <a:pt x="5163" y="16026"/>
                  <a:pt x="5803" y="16877"/>
                  <a:pt x="6450" y="17784"/>
                </a:cubicBezTo>
                <a:cubicBezTo>
                  <a:pt x="6569" y="17672"/>
                  <a:pt x="6625" y="17609"/>
                  <a:pt x="6682" y="17524"/>
                </a:cubicBezTo>
                <a:cubicBezTo>
                  <a:pt x="7737" y="15998"/>
                  <a:pt x="8820" y="14472"/>
                  <a:pt x="9847" y="12925"/>
                </a:cubicBezTo>
                <a:cubicBezTo>
                  <a:pt x="10754" y="11483"/>
                  <a:pt x="11577" y="9992"/>
                  <a:pt x="12224" y="8409"/>
                </a:cubicBezTo>
                <a:cubicBezTo>
                  <a:pt x="12751" y="7122"/>
                  <a:pt x="12864" y="5828"/>
                  <a:pt x="12456" y="4485"/>
                </a:cubicBezTo>
                <a:cubicBezTo>
                  <a:pt x="11752" y="2023"/>
                  <a:pt x="9586" y="230"/>
                  <a:pt x="7033" y="26"/>
                </a:cubicBezTo>
                <a:cubicBezTo>
                  <a:pt x="6845" y="9"/>
                  <a:pt x="6657" y="1"/>
                  <a:pt x="647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8588" dist="295275" dir="828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29"/>
          <p:cNvSpPr txBox="1">
            <a:spLocks noGrp="1"/>
          </p:cNvSpPr>
          <p:nvPr>
            <p:ph type="title"/>
          </p:nvPr>
        </p:nvSpPr>
        <p:spPr>
          <a:xfrm>
            <a:off x="311852" y="39678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Outline</a:t>
            </a:r>
            <a:endParaRPr dirty="0"/>
          </a:p>
        </p:txBody>
      </p:sp>
      <p:sp>
        <p:nvSpPr>
          <p:cNvPr id="1341" name="Google Shape;1341;p29"/>
          <p:cNvSpPr txBox="1">
            <a:spLocks noGrp="1"/>
          </p:cNvSpPr>
          <p:nvPr>
            <p:ph type="body" idx="1"/>
          </p:nvPr>
        </p:nvSpPr>
        <p:spPr>
          <a:xfrm>
            <a:off x="447230" y="1149689"/>
            <a:ext cx="8165399" cy="35325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CA" sz="2000" dirty="0"/>
              <a:t>  Problem Statement &amp; Motivation</a:t>
            </a:r>
          </a:p>
          <a:p>
            <a:pPr marL="0" indent="0">
              <a:buNone/>
            </a:pPr>
            <a:endParaRPr lang="en-CA" sz="2000" dirty="0"/>
          </a:p>
          <a:p>
            <a:pPr marL="171450" indent="-171450"/>
            <a:r>
              <a:rPr lang="en-CA" sz="2000" dirty="0"/>
              <a:t>  Data sources</a:t>
            </a:r>
          </a:p>
          <a:p>
            <a:pPr marL="0" indent="0">
              <a:buNone/>
            </a:pPr>
            <a:endParaRPr lang="en-CA" sz="2000" dirty="0"/>
          </a:p>
          <a:p>
            <a:pPr marL="171450" indent="-171450"/>
            <a:r>
              <a:rPr lang="en-CA" sz="2000" dirty="0"/>
              <a:t>  Methodology</a:t>
            </a:r>
          </a:p>
          <a:p>
            <a:pPr marL="0" indent="0">
              <a:buNone/>
            </a:pPr>
            <a:endParaRPr lang="en-CA" sz="2000" dirty="0"/>
          </a:p>
          <a:p>
            <a:pPr marL="171450" indent="-171450"/>
            <a:r>
              <a:rPr lang="en-CA" sz="2000" dirty="0"/>
              <a:t>  Housing Stress Model &amp; Risk Classification </a:t>
            </a:r>
          </a:p>
          <a:p>
            <a:pPr marL="171450" indent="-171450"/>
            <a:endParaRPr lang="en-CA" sz="2000" dirty="0"/>
          </a:p>
          <a:p>
            <a:pPr marL="171450" indent="-171450"/>
            <a:r>
              <a:rPr lang="en-CA" sz="2000" dirty="0"/>
              <a:t>  Dashboard Demonstration</a:t>
            </a:r>
          </a:p>
          <a:p>
            <a:pPr marL="171450" indent="-171450"/>
            <a:endParaRPr lang="en-CA" sz="2000" dirty="0"/>
          </a:p>
          <a:p>
            <a:pPr marL="171450" indent="-171450"/>
            <a:r>
              <a:rPr lang="en-CA" sz="2000" dirty="0"/>
              <a:t>  Future Work</a:t>
            </a:r>
          </a:p>
          <a:p>
            <a:pPr marL="171450" indent="-171450"/>
            <a:endParaRPr lang="en-CA" sz="2000" dirty="0"/>
          </a:p>
          <a:p>
            <a:pPr marL="0" indent="0">
              <a:buNone/>
            </a:pPr>
            <a:endParaRPr lang="en-CA" sz="2000" dirty="0"/>
          </a:p>
          <a:p>
            <a:pPr marL="171450" indent="-171450"/>
            <a:endParaRPr lang="en-CA" sz="2000" dirty="0"/>
          </a:p>
          <a:p>
            <a:pPr marL="171450" indent="-171450"/>
            <a:endParaRPr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73AAA1-7CE4-493F-BE7B-0AB9D4C64145}"/>
              </a:ext>
            </a:extLst>
          </p:cNvPr>
          <p:cNvSpPr txBox="1"/>
          <p:nvPr/>
        </p:nvSpPr>
        <p:spPr>
          <a:xfrm>
            <a:off x="8612629" y="13832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/>
              <a:t>1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5D8E-7473-4A3D-BEBC-0D9B6680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28" y="224182"/>
            <a:ext cx="5767886" cy="572700"/>
          </a:xfrm>
        </p:spPr>
        <p:txBody>
          <a:bodyPr/>
          <a:lstStyle/>
          <a:p>
            <a:r>
              <a:rPr lang="en-CA" dirty="0"/>
              <a:t>Problem Statement &amp; 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8E818-9797-4739-813C-2107EDEB8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65033"/>
            <a:ext cx="6278400" cy="2018809"/>
          </a:xfrm>
        </p:spPr>
        <p:txBody>
          <a:bodyPr/>
          <a:lstStyle/>
          <a:p>
            <a:r>
              <a:rPr lang="en-US" sz="1600" b="1" dirty="0"/>
              <a:t>Problem:</a:t>
            </a:r>
          </a:p>
          <a:p>
            <a:pPr marL="139700" indent="0">
              <a:buNone/>
            </a:pPr>
            <a:endParaRPr lang="en-US" sz="400" b="1" dirty="0"/>
          </a:p>
          <a:p>
            <a:pPr marL="139700" indent="0">
              <a:buNone/>
            </a:pPr>
            <a:r>
              <a:rPr lang="en-US" sz="1600" dirty="0"/>
              <a:t>      </a:t>
            </a:r>
            <a:r>
              <a:rPr lang="en-US" sz="1600" b="1" dirty="0"/>
              <a:t>1.</a:t>
            </a:r>
            <a:r>
              <a:rPr lang="en-US" sz="1600" dirty="0"/>
              <a:t> Rental housing affordability is </a:t>
            </a:r>
            <a:r>
              <a:rPr lang="en-CA" sz="1600" dirty="0"/>
              <a:t>worsening across</a:t>
            </a:r>
          </a:p>
          <a:p>
            <a:pPr marL="139700" indent="0">
              <a:buNone/>
            </a:pPr>
            <a:r>
              <a:rPr lang="en-CA" sz="1600" dirty="0"/>
              <a:t>          Canadian cities</a:t>
            </a:r>
            <a:r>
              <a:rPr lang="en-US" sz="1600" dirty="0"/>
              <a:t>.</a:t>
            </a:r>
          </a:p>
          <a:p>
            <a:pPr marL="139700" indent="0">
              <a:buNone/>
            </a:pPr>
            <a:endParaRPr lang="en-US" sz="1000" dirty="0"/>
          </a:p>
          <a:p>
            <a:pPr marL="139700" indent="0">
              <a:buNone/>
            </a:pPr>
            <a:endParaRPr lang="en-US" sz="400" dirty="0"/>
          </a:p>
          <a:p>
            <a:pPr marL="139700" indent="0">
              <a:buNone/>
            </a:pPr>
            <a:r>
              <a:rPr lang="en-US" sz="1600" dirty="0"/>
              <a:t>     </a:t>
            </a:r>
            <a:r>
              <a:rPr lang="en-US" sz="1600" b="1" dirty="0"/>
              <a:t>2. </a:t>
            </a:r>
            <a:r>
              <a:rPr lang="en-US" sz="1600" dirty="0"/>
              <a:t>Rent is increasing faster than income.</a:t>
            </a:r>
          </a:p>
          <a:p>
            <a:pPr marL="139700" indent="0">
              <a:buNone/>
            </a:pPr>
            <a:endParaRPr lang="en-US" sz="1400" dirty="0"/>
          </a:p>
          <a:p>
            <a:pPr marL="139700" indent="0">
              <a:buNone/>
            </a:pPr>
            <a:r>
              <a:rPr lang="en-US" sz="1600" b="1" dirty="0"/>
              <a:t>     3.</a:t>
            </a:r>
            <a:r>
              <a:rPr lang="en-US" sz="1600" dirty="0"/>
              <a:t> Single-person households face higher vulnerability.</a:t>
            </a:r>
          </a:p>
          <a:p>
            <a:pPr marL="139700" indent="0">
              <a:buNone/>
            </a:pPr>
            <a:endParaRPr lang="en-US" sz="1600" dirty="0"/>
          </a:p>
          <a:p>
            <a:pPr marL="139700" indent="0">
              <a:buNone/>
            </a:pPr>
            <a:endParaRPr lang="en-US" sz="1600" dirty="0"/>
          </a:p>
          <a:p>
            <a:pPr marL="139700" indent="0">
              <a:buNone/>
            </a:pPr>
            <a:endParaRPr lang="en-US" sz="1600" dirty="0"/>
          </a:p>
          <a:p>
            <a:pPr marL="139700" indent="0">
              <a:buNone/>
            </a:pPr>
            <a:endParaRPr lang="en-US" sz="1600" dirty="0"/>
          </a:p>
          <a:p>
            <a:pPr marL="139700" indent="0">
              <a:buNone/>
            </a:pPr>
            <a:r>
              <a:rPr lang="en-US" sz="1600" dirty="0"/>
              <a:t>   </a:t>
            </a:r>
          </a:p>
          <a:p>
            <a:pPr marL="139700" indent="0">
              <a:buNone/>
            </a:pP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EAC2D-DEBE-4A7A-B38C-631BF417ADF6}"/>
              </a:ext>
            </a:extLst>
          </p:cNvPr>
          <p:cNvSpPr txBox="1"/>
          <p:nvPr/>
        </p:nvSpPr>
        <p:spPr>
          <a:xfrm>
            <a:off x="8646162" y="1407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/>
              <a:t>2</a:t>
            </a:r>
          </a:p>
        </p:txBody>
      </p:sp>
      <p:pic>
        <p:nvPicPr>
          <p:cNvPr id="1026" name="Picture 2" descr="How to Avoid Rent Increase: 8 Practical Tips for Tenants">
            <a:extLst>
              <a:ext uri="{FF2B5EF4-FFF2-40B4-BE49-F238E27FC236}">
                <a16:creationId xmlns:a16="http://schemas.microsoft.com/office/drawing/2014/main" id="{4D65B6D4-5392-4DB1-9439-27C9032F5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400" y="871441"/>
            <a:ext cx="2639934" cy="2685600"/>
          </a:xfrm>
          <a:prstGeom prst="rect">
            <a:avLst/>
          </a:prstGeom>
          <a:noFill/>
          <a:effectLst>
            <a:outerShdw blurRad="50800" dist="38100" dir="6000000" algn="t" rotWithShape="0">
              <a:prstClr val="black">
                <a:alpha val="34000"/>
              </a:prstClr>
            </a:outerShd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840B19-59A0-448C-900E-18AE3CA8CB2A}"/>
              </a:ext>
            </a:extLst>
          </p:cNvPr>
          <p:cNvSpPr txBox="1"/>
          <p:nvPr/>
        </p:nvSpPr>
        <p:spPr>
          <a:xfrm>
            <a:off x="7828962" y="4732721"/>
            <a:ext cx="1199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Source: </a:t>
            </a:r>
            <a:r>
              <a:rPr lang="en-CA" dirty="0">
                <a:hlinkClick r:id="rId4"/>
              </a:rPr>
              <a:t>Link</a:t>
            </a:r>
            <a:endParaRPr lang="en-CA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070AD19-93D1-4006-965F-44A9784218BE}"/>
              </a:ext>
            </a:extLst>
          </p:cNvPr>
          <p:cNvSpPr txBox="1">
            <a:spLocks/>
          </p:cNvSpPr>
          <p:nvPr/>
        </p:nvSpPr>
        <p:spPr>
          <a:xfrm>
            <a:off x="-1" y="3441669"/>
            <a:ext cx="8182879" cy="936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600" b="1" dirty="0"/>
              <a:t>Motivation:</a:t>
            </a:r>
          </a:p>
          <a:p>
            <a:pPr marL="139700" indent="0">
              <a:buNone/>
            </a:pPr>
            <a:endParaRPr lang="en-US" sz="400" b="1" dirty="0"/>
          </a:p>
          <a:p>
            <a:pPr marL="139700" indent="0">
              <a:buNone/>
            </a:pPr>
            <a:r>
              <a:rPr lang="en-US" sz="1600" b="1" dirty="0"/>
              <a:t>      </a:t>
            </a:r>
            <a:r>
              <a:rPr lang="en-CA" sz="1600" dirty="0"/>
              <a:t>There is a </a:t>
            </a:r>
            <a:r>
              <a:rPr lang="en-US" sz="1600" dirty="0"/>
              <a:t>Lack of a clear, data-driven metrics to measure housing stress</a:t>
            </a:r>
          </a:p>
          <a:p>
            <a:pPr marL="139700" indent="0">
              <a:buFont typeface="Montserrat"/>
              <a:buNone/>
            </a:pPr>
            <a:endParaRPr lang="en-US" sz="1600" dirty="0"/>
          </a:p>
          <a:p>
            <a:pPr marL="139700" indent="0">
              <a:buFont typeface="Montserrat"/>
              <a:buNone/>
            </a:pPr>
            <a:endParaRPr lang="en-US" sz="1600" dirty="0"/>
          </a:p>
          <a:p>
            <a:pPr marL="139700" indent="0">
              <a:buFont typeface="Montserrat"/>
              <a:buNone/>
            </a:pPr>
            <a:endParaRPr lang="en-US" sz="1600" dirty="0"/>
          </a:p>
          <a:p>
            <a:pPr marL="139700" indent="0">
              <a:buFont typeface="Montserrat"/>
              <a:buNone/>
            </a:pPr>
            <a:r>
              <a:rPr lang="en-US" sz="1600" dirty="0"/>
              <a:t>   </a:t>
            </a:r>
          </a:p>
          <a:p>
            <a:pPr marL="139700" indent="0">
              <a:buFont typeface="Montserrat"/>
              <a:buNone/>
            </a:pPr>
            <a:endParaRPr lang="en-C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B898B12-4871-41C0-ADCA-E8CB2637A6C7}"/>
              </a:ext>
            </a:extLst>
          </p:cNvPr>
          <p:cNvSpPr txBox="1">
            <a:spLocks/>
          </p:cNvSpPr>
          <p:nvPr/>
        </p:nvSpPr>
        <p:spPr>
          <a:xfrm>
            <a:off x="1010472" y="1003237"/>
            <a:ext cx="7635690" cy="17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600" b="1" dirty="0">
                <a:latin typeface="Montserrat" panose="00000500000000000000" pitchFamily="2" charset="0"/>
              </a:rPr>
              <a:t>Goal:</a:t>
            </a:r>
          </a:p>
          <a:p>
            <a:pPr marL="139700" indent="0">
              <a:buNone/>
            </a:pPr>
            <a:endParaRPr lang="en-US" sz="400" b="1" dirty="0">
              <a:latin typeface="Montserrat" panose="00000500000000000000" pitchFamily="2" charset="0"/>
            </a:endParaRPr>
          </a:p>
          <a:p>
            <a:pPr marL="139700" indent="0">
              <a:buNone/>
            </a:pPr>
            <a:r>
              <a:rPr lang="en-US" sz="1600" dirty="0"/>
              <a:t>      Develop a </a:t>
            </a:r>
            <a:r>
              <a:rPr lang="en-US" sz="1600" b="1" dirty="0"/>
              <a:t>Housing Stress Score Model and classify risk</a:t>
            </a:r>
          </a:p>
          <a:p>
            <a:pPr marL="139700" indent="0">
              <a:buNone/>
            </a:pPr>
            <a:r>
              <a:rPr lang="en-US" sz="1600" b="1" dirty="0"/>
              <a:t>      levels </a:t>
            </a:r>
            <a:r>
              <a:rPr lang="en-US" sz="1600" dirty="0"/>
              <a:t>across zones in Regina and Saskatoon, </a:t>
            </a:r>
            <a:r>
              <a:rPr lang="en-US" sz="1600" b="1" dirty="0">
                <a:latin typeface="Montserrat" panose="00000500000000000000" pitchFamily="2" charset="0"/>
              </a:rPr>
              <a:t>to support</a:t>
            </a:r>
          </a:p>
          <a:p>
            <a:pPr marL="139700" indent="0">
              <a:buNone/>
            </a:pPr>
            <a:r>
              <a:rPr lang="en-US" sz="1600" b="1" dirty="0">
                <a:latin typeface="Montserrat" panose="00000500000000000000" pitchFamily="2" charset="0"/>
              </a:rPr>
              <a:t>      data-driven decision-making </a:t>
            </a:r>
            <a:r>
              <a:rPr lang="en-US" sz="1600" dirty="0">
                <a:latin typeface="Montserrat" panose="00000500000000000000" pitchFamily="2" charset="0"/>
              </a:rPr>
              <a:t>for policy makers and town-planners.</a:t>
            </a:r>
            <a:r>
              <a:rPr lang="en-US" sz="1600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EB428F-6FBB-46DD-AB76-7AD429546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1944" y="2653506"/>
            <a:ext cx="3116455" cy="2275200"/>
          </a:xfrm>
          <a:prstGeom prst="rect">
            <a:avLst/>
          </a:prstGeom>
          <a:effectLst>
            <a:outerShdw blurRad="50800" dist="38100" dir="6000000" algn="ctr" rotWithShape="0">
              <a:srgbClr val="000000">
                <a:alpha val="34000"/>
              </a:srgbClr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18322798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7" grpId="0"/>
      <p:bldP spid="7" grpId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30"/>
          <p:cNvSpPr txBox="1">
            <a:spLocks noGrp="1"/>
          </p:cNvSpPr>
          <p:nvPr>
            <p:ph type="title"/>
          </p:nvPr>
        </p:nvSpPr>
        <p:spPr>
          <a:xfrm>
            <a:off x="327809" y="1884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Data Sources</a:t>
            </a:r>
            <a:endParaRPr dirty="0"/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14308D5E-BA84-4C96-92DB-A2FF43473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054069"/>
              </p:ext>
            </p:extLst>
          </p:nvPr>
        </p:nvGraphicFramePr>
        <p:xfrm>
          <a:off x="1364342" y="761145"/>
          <a:ext cx="6415315" cy="1693468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3161055">
                  <a:extLst>
                    <a:ext uri="{9D8B030D-6E8A-4147-A177-3AD203B41FA5}">
                      <a16:colId xmlns:a16="http://schemas.microsoft.com/office/drawing/2014/main" val="2579413035"/>
                    </a:ext>
                  </a:extLst>
                </a:gridCol>
                <a:gridCol w="3254260">
                  <a:extLst>
                    <a:ext uri="{9D8B030D-6E8A-4147-A177-3AD203B41FA5}">
                      <a16:colId xmlns:a16="http://schemas.microsoft.com/office/drawing/2014/main" val="1093885910"/>
                    </a:ext>
                  </a:extLst>
                </a:gridCol>
              </a:tblGrid>
              <a:tr h="362172"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latin typeface="Montserrat" panose="00000500000000000000" pitchFamily="2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latin typeface="Montserrat" panose="00000500000000000000" pitchFamily="2" charset="0"/>
                        </a:rPr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692487"/>
                  </a:ext>
                </a:extLst>
              </a:tr>
              <a:tr h="376088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>
                          <a:latin typeface="Montserrat" panose="00000500000000000000" pitchFamily="2" charset="0"/>
                        </a:rPr>
                        <a:t>Rental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>
                          <a:latin typeface="Montserrat" panose="00000500000000000000" pitchFamily="2" charset="0"/>
                          <a:hlinkClick r:id="rId3"/>
                        </a:rPr>
                        <a:t>CMHC Rental Market Data</a:t>
                      </a:r>
                      <a:endParaRPr lang="en-CA" sz="1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1155"/>
                  </a:ext>
                </a:extLst>
              </a:tr>
              <a:tr h="376088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>
                          <a:latin typeface="Montserrat" panose="00000500000000000000" pitchFamily="2" charset="0"/>
                        </a:rPr>
                        <a:t>Household Income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>
                          <a:latin typeface="Montserrat" panose="00000500000000000000" pitchFamily="2" charset="0"/>
                          <a:hlinkClick r:id="rId4"/>
                        </a:rPr>
                        <a:t>Census 2011, 2016, 2021</a:t>
                      </a:r>
                      <a:endParaRPr lang="en-CA" sz="1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109764"/>
                  </a:ext>
                </a:extLst>
              </a:tr>
              <a:tr h="376088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>
                          <a:latin typeface="Montserrat" panose="00000500000000000000" pitchFamily="2" charset="0"/>
                        </a:rPr>
                        <a:t>Provincial Income Growth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>
                          <a:latin typeface="Montserrat" panose="00000500000000000000" pitchFamily="2" charset="0"/>
                          <a:hlinkClick r:id="rId5"/>
                        </a:rPr>
                        <a:t>Statistics Canada</a:t>
                      </a:r>
                      <a:endParaRPr lang="en-CA" sz="1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27967"/>
                  </a:ext>
                </a:extLst>
              </a:tr>
            </a:tbl>
          </a:graphicData>
        </a:graphic>
      </p:graphicFrame>
      <p:sp>
        <p:nvSpPr>
          <p:cNvPr id="93" name="Google Shape;1349;p30">
            <a:extLst>
              <a:ext uri="{FF2B5EF4-FFF2-40B4-BE49-F238E27FC236}">
                <a16:creationId xmlns:a16="http://schemas.microsoft.com/office/drawing/2014/main" id="{EF75959D-4C29-479E-9A1C-7D7F36584270}"/>
              </a:ext>
            </a:extLst>
          </p:cNvPr>
          <p:cNvSpPr txBox="1">
            <a:spLocks/>
          </p:cNvSpPr>
          <p:nvPr/>
        </p:nvSpPr>
        <p:spPr>
          <a:xfrm>
            <a:off x="914399" y="2865122"/>
            <a:ext cx="3657600" cy="2330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7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lang="en-CA" sz="1000" dirty="0">
              <a:latin typeface="Montserrat" panose="00000500000000000000" pitchFamily="2" charset="0"/>
            </a:endParaRPr>
          </a:p>
          <a:p>
            <a:r>
              <a:rPr lang="en-CA" sz="1600" b="1" dirty="0">
                <a:latin typeface="Montserrat" panose="00000500000000000000" pitchFamily="2" charset="0"/>
              </a:rPr>
              <a:t>Geographical Area Covered:</a:t>
            </a:r>
          </a:p>
          <a:p>
            <a:endParaRPr lang="en-CA" sz="400" b="1" dirty="0">
              <a:latin typeface="Montserrat" panose="00000500000000000000" pitchFamily="2" charset="0"/>
            </a:endParaRPr>
          </a:p>
          <a:p>
            <a:r>
              <a:rPr lang="en-CA" sz="1600" dirty="0">
                <a:latin typeface="Montserrat" panose="00000500000000000000" pitchFamily="2" charset="0"/>
              </a:rPr>
              <a:t> 1. Regina (CMA)</a:t>
            </a:r>
          </a:p>
          <a:p>
            <a:r>
              <a:rPr lang="en-CA" sz="1600" dirty="0">
                <a:latin typeface="Montserrat" panose="00000500000000000000" pitchFamily="2" charset="0"/>
              </a:rPr>
              <a:t>2. Saskatoon (CMA)</a:t>
            </a:r>
          </a:p>
          <a:p>
            <a:endParaRPr lang="en-CA" sz="1000" dirty="0">
              <a:latin typeface="Montserrat" panose="00000500000000000000" pitchFamily="2" charset="0"/>
            </a:endParaRPr>
          </a:p>
          <a:p>
            <a:r>
              <a:rPr lang="en-CA" sz="1600" b="1" dirty="0">
                <a:latin typeface="Montserrat" panose="00000500000000000000" pitchFamily="2" charset="0"/>
              </a:rPr>
              <a:t>CMA</a:t>
            </a:r>
            <a:r>
              <a:rPr lang="en-CA" sz="1600" dirty="0">
                <a:latin typeface="Montserrat" panose="00000500000000000000" pitchFamily="2" charset="0"/>
              </a:rPr>
              <a:t> – Census Metropolitan Area</a:t>
            </a:r>
          </a:p>
          <a:p>
            <a:r>
              <a:rPr lang="en-CA" sz="1600" b="1" dirty="0">
                <a:latin typeface="Montserrat" panose="00000500000000000000" pitchFamily="2" charset="0"/>
              </a:rPr>
              <a:t>CMHC</a:t>
            </a:r>
            <a:r>
              <a:rPr lang="en-CA" sz="1600" dirty="0">
                <a:latin typeface="Montserrat" panose="00000500000000000000" pitchFamily="2" charset="0"/>
              </a:rPr>
              <a:t> – Canada Mortgage and </a:t>
            </a:r>
          </a:p>
          <a:p>
            <a:r>
              <a:rPr lang="en-CA" sz="1600" dirty="0">
                <a:latin typeface="Montserrat" panose="00000500000000000000" pitchFamily="2" charset="0"/>
              </a:rPr>
              <a:t>                Housing Corporation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FC856E5-278A-4920-8501-4CCD0EA9B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7799" y="2808340"/>
            <a:ext cx="3852000" cy="214671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D953A37-A64C-49BF-BE31-639926883B8B}"/>
              </a:ext>
            </a:extLst>
          </p:cNvPr>
          <p:cNvSpPr txBox="1"/>
          <p:nvPr/>
        </p:nvSpPr>
        <p:spPr>
          <a:xfrm flipH="1">
            <a:off x="0" y="4835723"/>
            <a:ext cx="1296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Source:  </a:t>
            </a:r>
            <a:r>
              <a:rPr lang="en-CA" dirty="0">
                <a:hlinkClick r:id="rId7"/>
              </a:rPr>
              <a:t>Link</a:t>
            </a:r>
            <a:endParaRPr lang="en-CA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95C55E4-FC7A-4613-88A9-AC0227386625}"/>
              </a:ext>
            </a:extLst>
          </p:cNvPr>
          <p:cNvSpPr txBox="1"/>
          <p:nvPr/>
        </p:nvSpPr>
        <p:spPr>
          <a:xfrm>
            <a:off x="8649799" y="15870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/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5886873-8132-4F2B-B776-ED6A14C87479}"/>
              </a:ext>
            </a:extLst>
          </p:cNvPr>
          <p:cNvSpPr/>
          <p:nvPr/>
        </p:nvSpPr>
        <p:spPr>
          <a:xfrm>
            <a:off x="5272754" y="2894390"/>
            <a:ext cx="876012" cy="360031"/>
          </a:xfrm>
          <a:prstGeom prst="ellipse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6FDABEF-C58D-4BA2-A4CE-3AE8A881DA12}"/>
              </a:ext>
            </a:extLst>
          </p:cNvPr>
          <p:cNvSpPr/>
          <p:nvPr/>
        </p:nvSpPr>
        <p:spPr>
          <a:xfrm>
            <a:off x="7144250" y="4382355"/>
            <a:ext cx="785010" cy="362406"/>
          </a:xfrm>
          <a:prstGeom prst="ellipse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Google Shape;1349;p30">
            <a:extLst>
              <a:ext uri="{FF2B5EF4-FFF2-40B4-BE49-F238E27FC236}">
                <a16:creationId xmlns:a16="http://schemas.microsoft.com/office/drawing/2014/main" id="{74B69161-111B-4D8F-AF26-4B64C0B305B8}"/>
              </a:ext>
            </a:extLst>
          </p:cNvPr>
          <p:cNvSpPr txBox="1">
            <a:spLocks/>
          </p:cNvSpPr>
          <p:nvPr/>
        </p:nvSpPr>
        <p:spPr>
          <a:xfrm>
            <a:off x="914400" y="2688888"/>
            <a:ext cx="3657600" cy="411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7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CA" sz="1600" b="1" dirty="0">
                <a:latin typeface="Montserrat" panose="00000500000000000000" pitchFamily="2" charset="0"/>
              </a:rPr>
              <a:t>Data Period:  </a:t>
            </a:r>
            <a:r>
              <a:rPr lang="en-CA" sz="1600" dirty="0">
                <a:latin typeface="Montserrat" panose="00000500000000000000" pitchFamily="2" charset="0"/>
              </a:rPr>
              <a:t>2011-2023</a:t>
            </a:r>
          </a:p>
          <a:p>
            <a:endParaRPr lang="en-CA" sz="10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35" grpId="0" animBg="1"/>
      <p:bldP spid="99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F3C3-DFF5-4263-B3E0-B5EAD272A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3576"/>
            <a:ext cx="2967495" cy="572700"/>
          </a:xfrm>
        </p:spPr>
        <p:txBody>
          <a:bodyPr/>
          <a:lstStyle/>
          <a:p>
            <a:r>
              <a:rPr lang="en-CA" dirty="0"/>
              <a:t>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DA55AF-71D6-40B1-B0AB-8034D07C91AD}"/>
              </a:ext>
            </a:extLst>
          </p:cNvPr>
          <p:cNvSpPr txBox="1"/>
          <p:nvPr/>
        </p:nvSpPr>
        <p:spPr>
          <a:xfrm>
            <a:off x="-1134784" y="4971276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Source: </a:t>
            </a:r>
            <a:r>
              <a:rPr lang="en-CA" dirty="0" err="1">
                <a:hlinkClick r:id="rId3"/>
              </a:rPr>
              <a:t>Lnk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2E929-6A24-48CB-93B8-A1B457870604}"/>
              </a:ext>
            </a:extLst>
          </p:cNvPr>
          <p:cNvSpPr txBox="1"/>
          <p:nvPr/>
        </p:nvSpPr>
        <p:spPr>
          <a:xfrm>
            <a:off x="8611837" y="8216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/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7E71CA-4491-4F4A-90DF-21C4ED986188}"/>
              </a:ext>
            </a:extLst>
          </p:cNvPr>
          <p:cNvSpPr/>
          <p:nvPr/>
        </p:nvSpPr>
        <p:spPr>
          <a:xfrm>
            <a:off x="1950720" y="484616"/>
            <a:ext cx="4899660" cy="464155"/>
          </a:xfrm>
          <a:prstGeom prst="round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11E24C0-2FE0-44E6-8598-7560D90FA9AC}"/>
              </a:ext>
            </a:extLst>
          </p:cNvPr>
          <p:cNvCxnSpPr>
            <a:cxnSpLocks/>
          </p:cNvCxnSpPr>
          <p:nvPr/>
        </p:nvCxnSpPr>
        <p:spPr>
          <a:xfrm>
            <a:off x="1512795" y="716691"/>
            <a:ext cx="421481" cy="2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47F03E7-8924-4FB6-8425-B3866C0BA00B}"/>
              </a:ext>
            </a:extLst>
          </p:cNvPr>
          <p:cNvSpPr txBox="1"/>
          <p:nvPr/>
        </p:nvSpPr>
        <p:spPr>
          <a:xfrm>
            <a:off x="697936" y="547218"/>
            <a:ext cx="927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dirty="0">
                <a:solidFill>
                  <a:schemeClr val="dk1"/>
                </a:solidFill>
                <a:latin typeface="Montserrat" panose="00000500000000000000" pitchFamily="2" charset="0"/>
                <a:ea typeface="Raleway Black"/>
                <a:cs typeface="Raleway Black"/>
                <a:sym typeface="Raleway Black"/>
              </a:rPr>
              <a:t>Step 1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65D735B-D214-4DCA-B8B3-832AA1B9684F}"/>
              </a:ext>
            </a:extLst>
          </p:cNvPr>
          <p:cNvSpPr/>
          <p:nvPr/>
        </p:nvSpPr>
        <p:spPr>
          <a:xfrm>
            <a:off x="3870961" y="1085829"/>
            <a:ext cx="2209800" cy="464547"/>
          </a:xfrm>
          <a:prstGeom prst="round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84505A8-68BD-418F-961D-546EB59B98BB}"/>
              </a:ext>
            </a:extLst>
          </p:cNvPr>
          <p:cNvCxnSpPr>
            <a:cxnSpLocks/>
          </p:cNvCxnSpPr>
          <p:nvPr/>
        </p:nvCxnSpPr>
        <p:spPr>
          <a:xfrm flipH="1">
            <a:off x="6080761" y="1291640"/>
            <a:ext cx="381921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BDF5FD8-7FB5-4125-9664-5B92C6E5DF4C}"/>
              </a:ext>
            </a:extLst>
          </p:cNvPr>
          <p:cNvSpPr txBox="1"/>
          <p:nvPr/>
        </p:nvSpPr>
        <p:spPr>
          <a:xfrm>
            <a:off x="6423139" y="1106974"/>
            <a:ext cx="93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dirty="0">
                <a:solidFill>
                  <a:schemeClr val="dk1"/>
                </a:solidFill>
                <a:latin typeface="Montserrat" panose="00000500000000000000" pitchFamily="2" charset="0"/>
                <a:ea typeface="Raleway Black"/>
                <a:cs typeface="Raleway Black"/>
              </a:rPr>
              <a:t>Step 2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74C2A5A-F67C-4E14-A91C-426FBAB29690}"/>
              </a:ext>
            </a:extLst>
          </p:cNvPr>
          <p:cNvSpPr/>
          <p:nvPr/>
        </p:nvSpPr>
        <p:spPr>
          <a:xfrm>
            <a:off x="3309953" y="1666559"/>
            <a:ext cx="1980100" cy="1069605"/>
          </a:xfrm>
          <a:prstGeom prst="round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CF24C82-D4E4-4F78-9A36-1A9AC5575BBE}"/>
              </a:ext>
            </a:extLst>
          </p:cNvPr>
          <p:cNvCxnSpPr>
            <a:cxnSpLocks/>
          </p:cNvCxnSpPr>
          <p:nvPr/>
        </p:nvCxnSpPr>
        <p:spPr>
          <a:xfrm>
            <a:off x="2856085" y="2201361"/>
            <a:ext cx="421481" cy="2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64AE9B8-42FA-4763-9823-200EFB08409F}"/>
              </a:ext>
            </a:extLst>
          </p:cNvPr>
          <p:cNvSpPr txBox="1"/>
          <p:nvPr/>
        </p:nvSpPr>
        <p:spPr>
          <a:xfrm>
            <a:off x="1934276" y="2016695"/>
            <a:ext cx="1273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dirty="0">
                <a:solidFill>
                  <a:schemeClr val="dk1"/>
                </a:solidFill>
                <a:latin typeface="Montserrat" panose="00000500000000000000" pitchFamily="2" charset="0"/>
                <a:ea typeface="Raleway Black"/>
                <a:cs typeface="Raleway Black"/>
              </a:rPr>
              <a:t>Step 3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93EB681-1915-4BF8-ABF0-9840E2EC72A8}"/>
              </a:ext>
            </a:extLst>
          </p:cNvPr>
          <p:cNvSpPr/>
          <p:nvPr/>
        </p:nvSpPr>
        <p:spPr>
          <a:xfrm>
            <a:off x="3078480" y="2802966"/>
            <a:ext cx="2407920" cy="1069587"/>
          </a:xfrm>
          <a:prstGeom prst="round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759F0F6-E185-4535-A3AD-AF87FEA58D9C}"/>
              </a:ext>
            </a:extLst>
          </p:cNvPr>
          <p:cNvCxnSpPr>
            <a:cxnSpLocks/>
          </p:cNvCxnSpPr>
          <p:nvPr/>
        </p:nvCxnSpPr>
        <p:spPr>
          <a:xfrm flipH="1">
            <a:off x="5486400" y="3330138"/>
            <a:ext cx="381921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42A8C17-3261-4B32-9271-8A2744EA53B1}"/>
              </a:ext>
            </a:extLst>
          </p:cNvPr>
          <p:cNvSpPr txBox="1"/>
          <p:nvPr/>
        </p:nvSpPr>
        <p:spPr>
          <a:xfrm>
            <a:off x="5868321" y="3139270"/>
            <a:ext cx="135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dirty="0">
                <a:solidFill>
                  <a:schemeClr val="dk1"/>
                </a:solidFill>
                <a:latin typeface="Montserrat" panose="00000500000000000000" pitchFamily="2" charset="0"/>
                <a:ea typeface="Raleway Black"/>
                <a:cs typeface="Raleway Black"/>
              </a:rPr>
              <a:t>Step 4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8D9EFA9-A535-49B9-A5EF-7D32B7652B75}"/>
              </a:ext>
            </a:extLst>
          </p:cNvPr>
          <p:cNvSpPr/>
          <p:nvPr/>
        </p:nvSpPr>
        <p:spPr>
          <a:xfrm>
            <a:off x="0" y="3939356"/>
            <a:ext cx="9144001" cy="1185786"/>
          </a:xfrm>
          <a:prstGeom prst="round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C17C72F-55BB-4FDD-A334-0950BCF8F04E}"/>
              </a:ext>
            </a:extLst>
          </p:cNvPr>
          <p:cNvCxnSpPr>
            <a:cxnSpLocks/>
          </p:cNvCxnSpPr>
          <p:nvPr/>
        </p:nvCxnSpPr>
        <p:spPr>
          <a:xfrm flipH="1">
            <a:off x="1623734" y="3558554"/>
            <a:ext cx="2158" cy="380802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3AB347F-7AC6-46A1-9246-993EE25353AC}"/>
              </a:ext>
            </a:extLst>
          </p:cNvPr>
          <p:cNvSpPr txBox="1"/>
          <p:nvPr/>
        </p:nvSpPr>
        <p:spPr>
          <a:xfrm>
            <a:off x="1222900" y="3265416"/>
            <a:ext cx="1273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dirty="0">
                <a:solidFill>
                  <a:schemeClr val="dk1"/>
                </a:solidFill>
                <a:latin typeface="Montserrat" panose="00000500000000000000" pitchFamily="2" charset="0"/>
                <a:ea typeface="Raleway Black"/>
                <a:cs typeface="Raleway Black"/>
              </a:rPr>
              <a:t>Step 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62439-C9EB-4F17-A4A6-74ED885B7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27" y="451499"/>
            <a:ext cx="9212579" cy="46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57686"/>
      </p:ext>
    </p:extLst>
  </p:cSld>
  <p:clrMapOvr>
    <a:masterClrMapping/>
  </p:clrMapOvr>
  <p:transition spd="slow" advClick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7" grpId="0"/>
      <p:bldP spid="27" grpId="1"/>
      <p:bldP spid="35" grpId="0" animBg="1"/>
      <p:bldP spid="35" grpId="1" animBg="1"/>
      <p:bldP spid="37" grpId="0"/>
      <p:bldP spid="37" grpId="1"/>
      <p:bldP spid="38" grpId="0" animBg="1"/>
      <p:bldP spid="38" grpId="1" animBg="1"/>
      <p:bldP spid="40" grpId="0"/>
      <p:bldP spid="40" grpId="1"/>
      <p:bldP spid="41" grpId="0" animBg="1"/>
      <p:bldP spid="41" grpId="1" animBg="1"/>
      <p:bldP spid="43" grpId="0"/>
      <p:bldP spid="43" grpId="1"/>
      <p:bldP spid="44" grpId="0" animBg="1"/>
      <p:bldP spid="44" grpId="1" animBg="1"/>
      <p:bldP spid="46" grpId="0"/>
      <p:bldP spid="4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DA432-E2D0-448C-833E-9BFF7C4F9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419" y="125496"/>
            <a:ext cx="4916260" cy="572700"/>
          </a:xfrm>
        </p:spPr>
        <p:txBody>
          <a:bodyPr/>
          <a:lstStyle/>
          <a:p>
            <a:r>
              <a:rPr lang="en-CA" dirty="0"/>
              <a:t>Housing Stress Score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CB9B6DB-1907-4888-B370-4639BB30139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7172" y="698196"/>
                <a:ext cx="9026827" cy="2113583"/>
              </a:xfrm>
            </p:spPr>
            <p:txBody>
              <a:bodyPr/>
              <a:lstStyle/>
              <a:p>
                <a:r>
                  <a:rPr lang="en-CA" sz="1600" b="1" dirty="0"/>
                  <a:t>Feature Engineering Metrics: </a:t>
                </a:r>
              </a:p>
              <a:p>
                <a:pPr marL="139700" indent="0">
                  <a:buNone/>
                </a:pPr>
                <a:r>
                  <a:rPr lang="en-CA" sz="1600" b="1" dirty="0"/>
                  <a:t>        </a:t>
                </a:r>
                <a14:m>
                  <m:oMath xmlns:m="http://schemas.openxmlformats.org/officeDocument/2006/math">
                    <m:r>
                      <a:rPr lang="en-CA" sz="16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CA" sz="1600" b="1" dirty="0"/>
              </a:p>
              <a:p>
                <a:pPr marL="139700" indent="0">
                  <a:buNone/>
                </a:pPr>
                <a:endParaRPr lang="en-CA" sz="1600" b="1" dirty="0"/>
              </a:p>
              <a:p>
                <a:pPr marL="139700" indent="0">
                  <a:buNone/>
                </a:pPr>
                <a:endParaRPr lang="en-CA" sz="1600" b="1" dirty="0"/>
              </a:p>
              <a:p>
                <a:pPr marL="139700" indent="0">
                  <a:buNone/>
                </a:pPr>
                <a:endParaRPr lang="en-CA" sz="1600" b="1" dirty="0"/>
              </a:p>
              <a:p>
                <a:pPr marL="139700" indent="0">
                  <a:buNone/>
                </a:pPr>
                <a:endParaRPr lang="en-CA" sz="1600" b="1" dirty="0"/>
              </a:p>
              <a:p>
                <a:pPr marL="139700" indent="0">
                  <a:buNone/>
                </a:pPr>
                <a:endParaRPr lang="en-CA" sz="1600" b="1" dirty="0"/>
              </a:p>
              <a:p>
                <a:pPr marL="139700" indent="0">
                  <a:buNone/>
                </a:pPr>
                <a:endParaRPr lang="en-CA" sz="1600" b="1" dirty="0"/>
              </a:p>
              <a:p>
                <a:pPr marL="139700" indent="0">
                  <a:buNone/>
                </a:pPr>
                <a:endParaRPr lang="en-CA" sz="1600" b="1" dirty="0"/>
              </a:p>
              <a:p>
                <a:pPr marL="139700" indent="0">
                  <a:buNone/>
                </a:pPr>
                <a:endParaRPr lang="en-CA" sz="1600" b="1" dirty="0"/>
              </a:p>
              <a:p>
                <a:endParaRPr lang="en-CA" sz="1600" b="1" dirty="0"/>
              </a:p>
              <a:p>
                <a:pPr marL="139700" indent="0">
                  <a:buNone/>
                </a:pPr>
                <a:endParaRPr lang="en-CA" sz="1600" b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CB9B6DB-1907-4888-B370-4639BB3013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7172" y="698196"/>
                <a:ext cx="9026827" cy="211358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980C98C-EAC3-453C-BDC8-C3DCA5164657}"/>
              </a:ext>
            </a:extLst>
          </p:cNvPr>
          <p:cNvSpPr txBox="1"/>
          <p:nvPr/>
        </p:nvSpPr>
        <p:spPr>
          <a:xfrm>
            <a:off x="8586675" y="1471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/>
              <a:t>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7004DE-6FA3-4C0F-B268-EA044BB24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57" y="1132462"/>
            <a:ext cx="3488463" cy="627758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E4DAC8-42EE-4D1B-A335-724125C9A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084" y="1128854"/>
            <a:ext cx="3316044" cy="627758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325AF5-080B-46C9-96FD-290E2B9680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79" y="1956373"/>
            <a:ext cx="4653941" cy="706841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658CCA-14BF-48E1-A3CC-DCC6F53800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1956373"/>
            <a:ext cx="3997628" cy="706841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2">
                <a:extLst>
                  <a:ext uri="{FF2B5EF4-FFF2-40B4-BE49-F238E27FC236}">
                    <a16:creationId xmlns:a16="http://schemas.microsoft.com/office/drawing/2014/main" id="{1C669B64-5CD9-433C-B08D-A080D4F89C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7173" y="2744736"/>
                <a:ext cx="9026827" cy="22516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Montserrat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ontserrat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ontserrat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ontserrat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ontserrat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ontserrat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ontserrat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ontserrat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Montserrat"/>
                  <a:buChar char="■"/>
                  <a:defRPr sz="12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9pPr>
              </a:lstStyle>
              <a:p>
                <a:r>
                  <a:rPr lang="en-CA" sz="1600" b="1" dirty="0"/>
                  <a:t>Housing Stress Score: </a:t>
                </a:r>
              </a:p>
              <a:p>
                <a:pPr marL="139700" indent="0">
                  <a:buFont typeface="Montserrat"/>
                  <a:buNone/>
                </a:pPr>
                <a:r>
                  <a:rPr lang="en-CA" sz="1600" b="1" dirty="0"/>
                  <a:t>        </a:t>
                </a:r>
                <a14:m>
                  <m:oMath xmlns:m="http://schemas.openxmlformats.org/officeDocument/2006/math">
                    <m:r>
                      <a:rPr lang="en-CA" sz="16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CA" sz="1600" b="1" dirty="0"/>
              </a:p>
              <a:p>
                <a:pPr marL="139700" indent="0">
                  <a:buFont typeface="Montserrat"/>
                  <a:buNone/>
                </a:pPr>
                <a:endParaRPr lang="en-CA" sz="1600" b="1" dirty="0"/>
              </a:p>
              <a:p>
                <a:pPr marL="139700" indent="0">
                  <a:buFont typeface="Montserrat"/>
                  <a:buNone/>
                </a:pPr>
                <a:endParaRPr lang="en-CA" sz="1600" b="1" dirty="0"/>
              </a:p>
              <a:p>
                <a:pPr marL="139700" indent="0" algn="just">
                  <a:buNone/>
                </a:pPr>
                <a:endParaRPr lang="en-CA" sz="500" b="1" dirty="0"/>
              </a:p>
              <a:p>
                <a:pPr marL="1397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A" sz="1600" b="1" i="1" dirty="0">
                          <a:latin typeface="Cambria Math" panose="02040503050406030204" pitchFamily="18" charset="0"/>
                        </a:rPr>
                        <m:t>𝑹𝑻𝑰</m:t>
                      </m:r>
                      <m:r>
                        <a:rPr lang="en-CA" sz="1600" b="1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CA" sz="1600" i="1" dirty="0">
                          <a:latin typeface="Cambria Math" panose="02040503050406030204" pitchFamily="18" charset="0"/>
                        </a:rPr>
                        <m:t>𝑅𝑒𝑛𝑡</m:t>
                      </m:r>
                      <m:r>
                        <a:rPr lang="en-CA" sz="16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sz="1600" i="1" dirty="0">
                          <a:latin typeface="Cambria Math" panose="02040503050406030204" pitchFamily="18" charset="0"/>
                        </a:rPr>
                        <m:t>𝑇𝑜</m:t>
                      </m:r>
                      <m:r>
                        <a:rPr lang="en-CA" sz="16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sz="1600" i="1" dirty="0">
                          <a:latin typeface="Cambria Math" panose="02040503050406030204" pitchFamily="18" charset="0"/>
                        </a:rPr>
                        <m:t>𝐼𝑛𝑐𝑜𝑚𝑒</m:t>
                      </m:r>
                      <m:r>
                        <a:rPr lang="en-CA" sz="16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600" i="1" dirty="0">
                          <a:latin typeface="Cambria Math" panose="02040503050406030204" pitchFamily="18" charset="0"/>
                        </a:rPr>
                        <m:t>𝑅𝑎𝑡𝑖𝑜</m:t>
                      </m:r>
                    </m:oMath>
                  </m:oMathPara>
                </a14:m>
                <a:endParaRPr lang="en-CA" sz="1600" dirty="0"/>
              </a:p>
              <a:p>
                <a:pPr marL="13970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A" sz="1600" b="1" i="1" dirty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CA" sz="1600" b="1" i="1" dirty="0">
                          <a:latin typeface="Cambria Math" panose="02040503050406030204" pitchFamily="18" charset="0"/>
                        </a:rPr>
                        <m:t>𝑺𝑷𝑽</m:t>
                      </m:r>
                      <m:r>
                        <a:rPr lang="en-CA" sz="1600" b="1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CA" sz="1600" i="1" dirty="0">
                          <a:latin typeface="Cambria Math" panose="02040503050406030204" pitchFamily="18" charset="0"/>
                        </a:rPr>
                        <m:t>𝑆𝑖𝑛𝑔𝑙𝑒</m:t>
                      </m:r>
                      <m:r>
                        <a:rPr lang="en-CA" sz="16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600" i="1" dirty="0">
                          <a:latin typeface="Cambria Math" panose="02040503050406030204" pitchFamily="18" charset="0"/>
                        </a:rPr>
                        <m:t>𝑃𝑒𝑟𝑠𝑜𝑛</m:t>
                      </m:r>
                      <m:r>
                        <a:rPr lang="en-CA" sz="16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600" i="1" dirty="0">
                          <a:latin typeface="Cambria Math" panose="02040503050406030204" pitchFamily="18" charset="0"/>
                        </a:rPr>
                        <m:t>𝑉𝑢𝑙𝑛𝑒𝑟𝑎𝑏𝑖𝑙𝑖𝑡𝑦</m:t>
                      </m:r>
                    </m:oMath>
                  </m:oMathPara>
                </a14:m>
                <a:endParaRPr lang="en-CA" sz="1600" i="1" dirty="0">
                  <a:latin typeface="Cambria Math" panose="02040503050406030204" pitchFamily="18" charset="0"/>
                </a:endParaRPr>
              </a:p>
              <a:p>
                <a:pPr marL="139700" indent="0">
                  <a:buNone/>
                </a:pPr>
                <a:r>
                  <a:rPr lang="en-CA" sz="1600" b="1" dirty="0"/>
                  <a:t>                                               </a:t>
                </a:r>
                <a14:m>
                  <m:oMath xmlns:m="http://schemas.openxmlformats.org/officeDocument/2006/math">
                    <m:r>
                      <a:rPr lang="en-CA" sz="1600" b="1" i="1">
                        <a:latin typeface="Cambria Math" panose="02040503050406030204" pitchFamily="18" charset="0"/>
                      </a:rPr>
                      <m:t>𝑰𝑰</m:t>
                    </m:r>
                    <m:r>
                      <a:rPr lang="en-CA" sz="1600" b="1" i="1">
                        <a:latin typeface="Cambria Math" panose="02040503050406030204" pitchFamily="18" charset="0"/>
                      </a:rPr>
                      <m:t>    =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𝐼𝑛𝑐𝑜𝑚𝑒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𝐼𝑛𝑒𝑞𝑢𝑎𝑙𝑖𝑡𝑦</m:t>
                    </m:r>
                  </m:oMath>
                </a14:m>
                <a:endParaRPr lang="en-CA" sz="1600" i="1" dirty="0">
                  <a:latin typeface="Cambria Math" panose="02040503050406030204" pitchFamily="18" charset="0"/>
                </a:endParaRPr>
              </a:p>
              <a:p>
                <a:pPr marL="139700" indent="0">
                  <a:buNone/>
                </a:pPr>
                <a:r>
                  <a:rPr lang="en-CA" sz="1600" b="1" dirty="0"/>
                  <a:t>                                              </a:t>
                </a:r>
                <a14:m>
                  <m:oMath xmlns:m="http://schemas.openxmlformats.org/officeDocument/2006/math">
                    <m:r>
                      <a:rPr lang="en-CA" sz="1600" b="1" i="1">
                        <a:latin typeface="Cambria Math" panose="02040503050406030204" pitchFamily="18" charset="0"/>
                      </a:rPr>
                      <m:t>𝑻𝑰</m:t>
                    </m:r>
                    <m:r>
                      <a:rPr lang="en-CA" sz="1600" b="1" i="1">
                        <a:latin typeface="Cambria Math" panose="02040503050406030204" pitchFamily="18" charset="0"/>
                      </a:rPr>
                      <m:t>     = 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𝑇𝑎𝑥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𝐼𝑚𝑝𝑎𝑐𝑡</m:t>
                    </m:r>
                  </m:oMath>
                </a14:m>
                <a:r>
                  <a:rPr lang="en-CA" sz="1600" dirty="0"/>
                  <a:t> </a:t>
                </a:r>
              </a:p>
              <a:p>
                <a:pPr marL="139700" indent="0">
                  <a:buFont typeface="Montserrat"/>
                  <a:buNone/>
                </a:pPr>
                <a:endParaRPr lang="en-CA" sz="1600" b="1" dirty="0"/>
              </a:p>
              <a:p>
                <a:pPr marL="139700" indent="0">
                  <a:buFont typeface="Montserrat"/>
                  <a:buNone/>
                </a:pPr>
                <a:endParaRPr lang="en-CA" sz="1600" b="1" dirty="0"/>
              </a:p>
            </p:txBody>
          </p:sp>
        </mc:Choice>
        <mc:Fallback xmlns="">
          <p:sp>
            <p:nvSpPr>
              <p:cNvPr id="20" name="Text Placeholder 2">
                <a:extLst>
                  <a:ext uri="{FF2B5EF4-FFF2-40B4-BE49-F238E27FC236}">
                    <a16:creationId xmlns:a16="http://schemas.microsoft.com/office/drawing/2014/main" id="{1C669B64-5CD9-433C-B08D-A080D4F89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73" y="2744736"/>
                <a:ext cx="9026827" cy="22516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69AC17DD-D130-4101-A0F8-FBD51391B6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480" y="3189089"/>
            <a:ext cx="7391400" cy="517922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2510855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DA432-E2D0-448C-833E-9BFF7C4F9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90" y="162737"/>
            <a:ext cx="4542880" cy="572700"/>
          </a:xfrm>
        </p:spPr>
        <p:txBody>
          <a:bodyPr/>
          <a:lstStyle/>
          <a:p>
            <a:r>
              <a:rPr lang="en-CA" dirty="0"/>
              <a:t>Risk Classification Engine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9B6DB-1907-4888-B370-4639BB301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95349"/>
            <a:ext cx="4992460" cy="2034540"/>
          </a:xfrm>
        </p:spPr>
        <p:txBody>
          <a:bodyPr/>
          <a:lstStyle/>
          <a:p>
            <a:r>
              <a:rPr lang="en-CA" sz="1600" b="1" dirty="0"/>
              <a:t>Risk Categorization Rules:</a:t>
            </a:r>
          </a:p>
          <a:p>
            <a:pPr marL="139700" indent="0">
              <a:buNone/>
            </a:pPr>
            <a:endParaRPr lang="en-CA" sz="400" b="1" dirty="0"/>
          </a:p>
          <a:p>
            <a:pPr marL="139700" indent="0">
              <a:buNone/>
            </a:pPr>
            <a:r>
              <a:rPr lang="en-CA" sz="1600" b="1" dirty="0"/>
              <a:t>         Low </a:t>
            </a:r>
            <a:r>
              <a:rPr lang="en-CA" sz="1600" dirty="0"/>
              <a:t>Risk:  Stress Score &lt;= 0.37</a:t>
            </a:r>
          </a:p>
          <a:p>
            <a:pPr marL="139700" indent="0">
              <a:buNone/>
            </a:pPr>
            <a:endParaRPr lang="en-CA" sz="800" dirty="0"/>
          </a:p>
          <a:p>
            <a:pPr marL="139700" indent="0">
              <a:buNone/>
            </a:pPr>
            <a:r>
              <a:rPr lang="en-CA" sz="1600" b="1" dirty="0"/>
              <a:t>         Medium </a:t>
            </a:r>
            <a:r>
              <a:rPr lang="en-CA" sz="1600" dirty="0"/>
              <a:t>Risk: 0.37 &lt; Stress Score &lt;= 0.52</a:t>
            </a:r>
          </a:p>
          <a:p>
            <a:pPr marL="139700" indent="0">
              <a:buNone/>
            </a:pPr>
            <a:endParaRPr lang="en-CA" sz="800" dirty="0"/>
          </a:p>
          <a:p>
            <a:pPr marL="139700" indent="0">
              <a:buNone/>
            </a:pPr>
            <a:r>
              <a:rPr lang="en-CA" sz="1600" b="1" dirty="0"/>
              <a:t>         High </a:t>
            </a:r>
            <a:r>
              <a:rPr lang="en-CA" sz="1600" dirty="0"/>
              <a:t>Risk: Stress Score &gt; 0.52</a:t>
            </a:r>
          </a:p>
          <a:p>
            <a:pPr marL="139700" indent="0">
              <a:buNone/>
            </a:pPr>
            <a:r>
              <a:rPr lang="en-CA" sz="1000" b="1" dirty="0"/>
              <a:t> </a:t>
            </a:r>
          </a:p>
          <a:p>
            <a:pPr marL="139700" indent="0">
              <a:buNone/>
            </a:pPr>
            <a:r>
              <a:rPr lang="en-CA" sz="1600" i="1" dirty="0"/>
              <a:t>        (Thresholds are derived using </a:t>
            </a:r>
          </a:p>
          <a:p>
            <a:pPr marL="139700" indent="0">
              <a:buNone/>
            </a:pPr>
            <a:r>
              <a:rPr lang="en-CA" sz="1600" i="1" dirty="0"/>
              <a:t>                              Quantile-based approach)</a:t>
            </a:r>
            <a:r>
              <a:rPr lang="en-CA" sz="1600" b="1" dirty="0"/>
              <a:t>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80C98C-EAC3-453C-BDC8-C3DCA5164657}"/>
              </a:ext>
            </a:extLst>
          </p:cNvPr>
          <p:cNvSpPr txBox="1"/>
          <p:nvPr/>
        </p:nvSpPr>
        <p:spPr>
          <a:xfrm>
            <a:off x="8586675" y="1471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/>
              <a:t>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DAE4EF-19CC-4147-86CA-C151EE3C7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460" y="854184"/>
            <a:ext cx="4000007" cy="3329939"/>
          </a:xfrm>
          <a:prstGeom prst="rect">
            <a:avLst/>
          </a:prstGeom>
          <a:solidFill>
            <a:schemeClr val="dk2"/>
          </a:solidFill>
          <a:ln w="25400">
            <a:noFill/>
          </a:ln>
          <a:effectLst>
            <a:glow rad="63500">
              <a:schemeClr val="accent3"/>
            </a:glow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E7E6A75-19E6-4F55-9152-929C22EE4FA4}"/>
              </a:ext>
            </a:extLst>
          </p:cNvPr>
          <p:cNvSpPr/>
          <p:nvPr/>
        </p:nvSpPr>
        <p:spPr>
          <a:xfrm>
            <a:off x="571500" y="1357868"/>
            <a:ext cx="106680" cy="137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8BC2060-1C8D-41C1-950A-0BDCFD5AB224}"/>
              </a:ext>
            </a:extLst>
          </p:cNvPr>
          <p:cNvSpPr/>
          <p:nvPr/>
        </p:nvSpPr>
        <p:spPr>
          <a:xfrm>
            <a:off x="571500" y="1693150"/>
            <a:ext cx="106680" cy="13716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CA4008D-688C-49C5-AABB-2B8596F8C507}"/>
              </a:ext>
            </a:extLst>
          </p:cNvPr>
          <p:cNvSpPr/>
          <p:nvPr/>
        </p:nvSpPr>
        <p:spPr>
          <a:xfrm>
            <a:off x="571500" y="2062722"/>
            <a:ext cx="106680" cy="13716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8739EB8-600B-4D89-829F-B98BC6544293}"/>
              </a:ext>
            </a:extLst>
          </p:cNvPr>
          <p:cNvSpPr txBox="1">
            <a:spLocks/>
          </p:cNvSpPr>
          <p:nvPr/>
        </p:nvSpPr>
        <p:spPr>
          <a:xfrm>
            <a:off x="0" y="3230881"/>
            <a:ext cx="4992460" cy="1859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CA" sz="1600" b="1" dirty="0"/>
              <a:t>Interpretation:</a:t>
            </a:r>
          </a:p>
          <a:p>
            <a:pPr marL="139700" indent="0">
              <a:buNone/>
            </a:pPr>
            <a:endParaRPr lang="en-CA" sz="200" b="1" dirty="0"/>
          </a:p>
          <a:p>
            <a:pPr marL="139700" indent="0">
              <a:buNone/>
            </a:pPr>
            <a:r>
              <a:rPr lang="en-CA" sz="1600" b="1" dirty="0"/>
              <a:t>       </a:t>
            </a:r>
            <a:r>
              <a:rPr lang="en-CA" sz="1600" dirty="0"/>
              <a:t>Higher stress score = Higher rental stress</a:t>
            </a:r>
          </a:p>
          <a:p>
            <a:pPr marL="139700" indent="0">
              <a:buNone/>
            </a:pPr>
            <a:endParaRPr lang="en-CA" sz="1600" b="1" dirty="0"/>
          </a:p>
          <a:p>
            <a:r>
              <a:rPr lang="en-CA" sz="1600" b="1" dirty="0"/>
              <a:t>Use Case:</a:t>
            </a:r>
          </a:p>
          <a:p>
            <a:pPr marL="139700" indent="0">
              <a:buNone/>
            </a:pPr>
            <a:endParaRPr lang="en-CA" sz="200" b="1" dirty="0"/>
          </a:p>
          <a:p>
            <a:pPr marL="139700" indent="0">
              <a:buNone/>
            </a:pPr>
            <a:r>
              <a:rPr lang="en-CA" sz="1600" b="1" dirty="0"/>
              <a:t>       </a:t>
            </a:r>
            <a:r>
              <a:rPr lang="en-CA" sz="1600" dirty="0"/>
              <a:t>Identifies vulnerable zones for policy</a:t>
            </a:r>
          </a:p>
          <a:p>
            <a:pPr marL="139700" indent="0">
              <a:buNone/>
            </a:pPr>
            <a:r>
              <a:rPr lang="en-CA" sz="1600" b="1" dirty="0"/>
              <a:t>       </a:t>
            </a:r>
            <a:r>
              <a:rPr lang="en-CA" sz="1600" dirty="0"/>
              <a:t>focus</a:t>
            </a:r>
            <a:r>
              <a:rPr lang="en-CA" sz="1600" b="1" dirty="0"/>
              <a:t>            </a:t>
            </a:r>
          </a:p>
          <a:p>
            <a:pPr marL="139700" indent="0">
              <a:buNone/>
            </a:pPr>
            <a:endParaRPr lang="en-CA" sz="1600" b="1" dirty="0"/>
          </a:p>
        </p:txBody>
      </p:sp>
    </p:spTree>
    <p:extLst>
      <p:ext uri="{BB962C8B-B14F-4D97-AF65-F5344CB8AC3E}">
        <p14:creationId xmlns:p14="http://schemas.microsoft.com/office/powerpoint/2010/main" val="158064745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A2A5C40-7A8D-43FE-BD61-CB00A6E0E5A1}"/>
              </a:ext>
            </a:extLst>
          </p:cNvPr>
          <p:cNvSpPr txBox="1">
            <a:spLocks/>
          </p:cNvSpPr>
          <p:nvPr/>
        </p:nvSpPr>
        <p:spPr>
          <a:xfrm>
            <a:off x="376517" y="309849"/>
            <a:ext cx="8182879" cy="936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39700" indent="0">
              <a:buFont typeface="Montserrat"/>
              <a:buNone/>
            </a:pPr>
            <a:r>
              <a:rPr lang="en-US" sz="2700" dirty="0">
                <a:latin typeface="Raleway Black"/>
                <a:ea typeface="Raleway Black"/>
                <a:cs typeface="Raleway Black"/>
                <a:sym typeface="Raleway Black"/>
              </a:rPr>
              <a:t>Dashboard Demonstration</a:t>
            </a:r>
          </a:p>
          <a:p>
            <a:pPr marL="139700" indent="0">
              <a:buFont typeface="Montserrat"/>
              <a:buNone/>
            </a:pPr>
            <a:endParaRPr lang="en-US" sz="1600" dirty="0"/>
          </a:p>
          <a:p>
            <a:pPr marL="139700" indent="0">
              <a:buFont typeface="Montserrat"/>
              <a:buNone/>
            </a:pPr>
            <a:endParaRPr lang="en-US" sz="1600" dirty="0"/>
          </a:p>
          <a:p>
            <a:pPr marL="139700" indent="0">
              <a:buFont typeface="Montserrat"/>
              <a:buNone/>
            </a:pPr>
            <a:r>
              <a:rPr lang="en-US" sz="1600" dirty="0"/>
              <a:t>   </a:t>
            </a:r>
          </a:p>
          <a:p>
            <a:pPr marL="139700" indent="0">
              <a:buFont typeface="Montserrat"/>
              <a:buNone/>
            </a:pPr>
            <a:endParaRPr lang="en-CA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6905CB1-9779-4D71-B0CA-1167AFFF4072}"/>
              </a:ext>
            </a:extLst>
          </p:cNvPr>
          <p:cNvSpPr txBox="1">
            <a:spLocks/>
          </p:cNvSpPr>
          <p:nvPr/>
        </p:nvSpPr>
        <p:spPr>
          <a:xfrm>
            <a:off x="480560" y="2103627"/>
            <a:ext cx="8182879" cy="936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39700" indent="0">
              <a:buNone/>
            </a:pPr>
            <a:r>
              <a:rPr lang="en-US" sz="2800" dirty="0"/>
              <a:t>Exploring trends, vulnerabilities, and zone-level risk patterns</a:t>
            </a:r>
            <a:endParaRPr lang="en-US" sz="1600" dirty="0"/>
          </a:p>
          <a:p>
            <a:pPr marL="139700" indent="0">
              <a:buFont typeface="Montserrat"/>
              <a:buNone/>
            </a:pPr>
            <a:endParaRPr lang="en-US" sz="1600" dirty="0"/>
          </a:p>
          <a:p>
            <a:pPr marL="139700" indent="0">
              <a:buFont typeface="Montserrat"/>
              <a:buNone/>
            </a:pPr>
            <a:r>
              <a:rPr lang="en-US" sz="1600" dirty="0"/>
              <a:t>   </a:t>
            </a:r>
          </a:p>
          <a:p>
            <a:pPr marL="139700" indent="0">
              <a:buFont typeface="Montserrat"/>
              <a:buNone/>
            </a:pP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5FFAD-F9EC-42A6-9552-8E43BA4391B4}"/>
              </a:ext>
            </a:extLst>
          </p:cNvPr>
          <p:cNvSpPr txBox="1"/>
          <p:nvPr/>
        </p:nvSpPr>
        <p:spPr>
          <a:xfrm>
            <a:off x="8586675" y="1471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69821132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DA432-E2D0-448C-833E-9BFF7C4F9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00" y="45454"/>
            <a:ext cx="4360000" cy="572700"/>
          </a:xfrm>
        </p:spPr>
        <p:txBody>
          <a:bodyPr/>
          <a:lstStyle/>
          <a:p>
            <a:r>
              <a:rPr lang="en-CA" dirty="0"/>
              <a:t>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9B6DB-1907-4888-B370-4639BB301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173" y="698197"/>
            <a:ext cx="5427284" cy="3619590"/>
          </a:xfrm>
        </p:spPr>
        <p:txBody>
          <a:bodyPr/>
          <a:lstStyle/>
          <a:p>
            <a:pPr marL="139700" indent="0">
              <a:buNone/>
            </a:pPr>
            <a:r>
              <a:rPr lang="en-CA" sz="1800" dirty="0"/>
              <a:t>1.  Expand Analysis to more cities and</a:t>
            </a:r>
          </a:p>
          <a:p>
            <a:pPr marL="139700" indent="0">
              <a:buNone/>
            </a:pPr>
            <a:r>
              <a:rPr lang="en-CA" sz="1800" dirty="0"/>
              <a:t>    regions.</a:t>
            </a:r>
          </a:p>
          <a:p>
            <a:pPr marL="139700" indent="0">
              <a:buNone/>
            </a:pPr>
            <a:endParaRPr lang="en-CA" sz="1800" dirty="0"/>
          </a:p>
          <a:p>
            <a:pPr marL="139700" indent="0">
              <a:buNone/>
            </a:pPr>
            <a:r>
              <a:rPr lang="en-CA" sz="1800" dirty="0"/>
              <a:t>2. Incorporate additional socio-economic</a:t>
            </a:r>
          </a:p>
          <a:p>
            <a:pPr marL="139700" indent="0">
              <a:buNone/>
            </a:pPr>
            <a:r>
              <a:rPr lang="en-CA" sz="1800" dirty="0"/>
              <a:t>    factors.</a:t>
            </a:r>
          </a:p>
          <a:p>
            <a:pPr marL="139700" indent="0">
              <a:buNone/>
            </a:pPr>
            <a:endParaRPr lang="en-CA" sz="1800" dirty="0"/>
          </a:p>
          <a:p>
            <a:pPr marL="139700" indent="0">
              <a:buNone/>
            </a:pPr>
            <a:r>
              <a:rPr lang="en-CA" sz="1800" dirty="0"/>
              <a:t>3. Enable real-time dynamic dashboards</a:t>
            </a:r>
          </a:p>
          <a:p>
            <a:pPr marL="139700" indent="0">
              <a:buNone/>
            </a:pPr>
            <a:endParaRPr lang="en-CA" sz="1800" dirty="0"/>
          </a:p>
          <a:p>
            <a:pPr marL="139700" indent="0">
              <a:buNone/>
            </a:pPr>
            <a:r>
              <a:rPr lang="en-CA" sz="1800" dirty="0"/>
              <a:t>4. </a:t>
            </a:r>
            <a:r>
              <a:rPr lang="en-US" sz="1800" dirty="0"/>
              <a:t>Explore policy impact simulation.</a:t>
            </a:r>
          </a:p>
          <a:p>
            <a:pPr marL="139700" indent="0">
              <a:buNone/>
            </a:pPr>
            <a:endParaRPr lang="en-US" sz="1600" dirty="0"/>
          </a:p>
          <a:p>
            <a:pPr marL="139700" indent="0">
              <a:buNone/>
            </a:pPr>
            <a:r>
              <a:rPr lang="en-US" sz="1800" dirty="0"/>
              <a:t>5</a:t>
            </a:r>
            <a:r>
              <a:rPr lang="en-US" sz="1600" dirty="0"/>
              <a:t>.  </a:t>
            </a:r>
            <a:r>
              <a:rPr lang="en-US" sz="1800" dirty="0"/>
              <a:t>Develop advanced forecasting models for</a:t>
            </a:r>
          </a:p>
          <a:p>
            <a:pPr marL="139700" indent="0">
              <a:buNone/>
            </a:pPr>
            <a:r>
              <a:rPr lang="en-US" sz="1800" dirty="0"/>
              <a:t>     future trends based on socio-economic</a:t>
            </a:r>
          </a:p>
          <a:p>
            <a:pPr marL="139700" indent="0">
              <a:buNone/>
            </a:pPr>
            <a:r>
              <a:rPr lang="en-US" sz="1800" dirty="0"/>
              <a:t>     dashboards.</a:t>
            </a:r>
            <a:endParaRPr lang="en-CA" sz="1800" dirty="0"/>
          </a:p>
          <a:p>
            <a:pPr marL="139700" indent="0">
              <a:buNone/>
            </a:pPr>
            <a:endParaRPr lang="en-CA" sz="1600" dirty="0"/>
          </a:p>
        </p:txBody>
      </p:sp>
      <p:pic>
        <p:nvPicPr>
          <p:cNvPr id="4" name="Google Shape;1501;p32">
            <a:extLst>
              <a:ext uri="{FF2B5EF4-FFF2-40B4-BE49-F238E27FC236}">
                <a16:creationId xmlns:a16="http://schemas.microsoft.com/office/drawing/2014/main" id="{8F3355AB-8A2F-42CB-8CCB-494F7157194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10154" r="25329"/>
          <a:stretch/>
        </p:blipFill>
        <p:spPr>
          <a:xfrm>
            <a:off x="5544457" y="571288"/>
            <a:ext cx="3262791" cy="382654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80C98C-EAC3-453C-BDC8-C3DCA5164657}"/>
              </a:ext>
            </a:extLst>
          </p:cNvPr>
          <p:cNvSpPr txBox="1"/>
          <p:nvPr/>
        </p:nvSpPr>
        <p:spPr>
          <a:xfrm>
            <a:off x="8586675" y="1471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08206096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A2A5C40-7A8D-43FE-BD61-CB00A6E0E5A1}"/>
              </a:ext>
            </a:extLst>
          </p:cNvPr>
          <p:cNvSpPr txBox="1">
            <a:spLocks/>
          </p:cNvSpPr>
          <p:nvPr/>
        </p:nvSpPr>
        <p:spPr>
          <a:xfrm>
            <a:off x="160019" y="2321529"/>
            <a:ext cx="8182879" cy="936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39700" indent="0">
              <a:buFont typeface="Montserrat"/>
              <a:buNone/>
            </a:pPr>
            <a:r>
              <a:rPr lang="en-US" sz="2700" dirty="0">
                <a:latin typeface="Raleway Black"/>
                <a:ea typeface="Raleway Black"/>
                <a:cs typeface="Raleway Black"/>
                <a:sym typeface="Raleway Black"/>
              </a:rPr>
              <a:t>Thank you…</a:t>
            </a:r>
          </a:p>
          <a:p>
            <a:pPr marL="139700" indent="0">
              <a:buFont typeface="Montserrat"/>
              <a:buNone/>
            </a:pPr>
            <a:endParaRPr lang="en-US" sz="1600" dirty="0"/>
          </a:p>
          <a:p>
            <a:pPr marL="139700" indent="0">
              <a:buFont typeface="Montserrat"/>
              <a:buNone/>
            </a:pPr>
            <a:endParaRPr lang="en-US" sz="1600" dirty="0"/>
          </a:p>
          <a:p>
            <a:pPr marL="139700" indent="0">
              <a:buFont typeface="Montserrat"/>
              <a:buNone/>
            </a:pPr>
            <a:r>
              <a:rPr lang="en-US" sz="1600" dirty="0"/>
              <a:t>   </a:t>
            </a:r>
          </a:p>
          <a:p>
            <a:pPr marL="139700" indent="0">
              <a:buFont typeface="Montserrat"/>
              <a:buNone/>
            </a:pPr>
            <a:endParaRPr lang="en-CA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6905CB1-9779-4D71-B0CA-1167AFFF4072}"/>
              </a:ext>
            </a:extLst>
          </p:cNvPr>
          <p:cNvSpPr txBox="1">
            <a:spLocks/>
          </p:cNvSpPr>
          <p:nvPr/>
        </p:nvSpPr>
        <p:spPr>
          <a:xfrm>
            <a:off x="160019" y="2321528"/>
            <a:ext cx="8182879" cy="936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39700" indent="0">
              <a:buFont typeface="Montserrat"/>
              <a:buNone/>
            </a:pPr>
            <a:r>
              <a:rPr lang="en-US" sz="2700" dirty="0">
                <a:latin typeface="Raleway Black"/>
                <a:ea typeface="Raleway Black"/>
                <a:cs typeface="Raleway Black"/>
                <a:sym typeface="Raleway Black"/>
              </a:rPr>
              <a:t>Questions ? </a:t>
            </a:r>
          </a:p>
          <a:p>
            <a:pPr marL="139700" indent="0">
              <a:buFont typeface="Montserrat"/>
              <a:buNone/>
            </a:pPr>
            <a:endParaRPr lang="en-US" sz="1600" dirty="0"/>
          </a:p>
          <a:p>
            <a:pPr marL="139700" indent="0">
              <a:buFont typeface="Montserrat"/>
              <a:buNone/>
            </a:pPr>
            <a:endParaRPr lang="en-US" sz="1600" dirty="0"/>
          </a:p>
          <a:p>
            <a:pPr marL="139700" indent="0">
              <a:buFont typeface="Montserrat"/>
              <a:buNone/>
            </a:pPr>
            <a:r>
              <a:rPr lang="en-US" sz="1600" dirty="0"/>
              <a:t>   </a:t>
            </a:r>
          </a:p>
          <a:p>
            <a:pPr marL="139700" indent="0">
              <a:buFont typeface="Montserrat"/>
              <a:buNone/>
            </a:pP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31A6F-2F78-493B-BFA3-7ACD12E19868}"/>
              </a:ext>
            </a:extLst>
          </p:cNvPr>
          <p:cNvSpPr txBox="1"/>
          <p:nvPr/>
        </p:nvSpPr>
        <p:spPr>
          <a:xfrm>
            <a:off x="8586675" y="1471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0501082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  <p:bldP spid="16" grpId="0"/>
    </p:bldLst>
  </p:timing>
</p:sld>
</file>

<file path=ppt/theme/theme1.xml><?xml version="1.0" encoding="utf-8"?>
<a:theme xmlns:a="http://schemas.openxmlformats.org/drawingml/2006/main" name="Rental Housing Marketing Plan by Slidesgo">
  <a:themeElements>
    <a:clrScheme name="Simple Light">
      <a:dk1>
        <a:srgbClr val="4C4557"/>
      </a:dk1>
      <a:lt1>
        <a:srgbClr val="BD6877"/>
      </a:lt1>
      <a:dk2>
        <a:srgbClr val="FAE9DC"/>
      </a:dk2>
      <a:lt2>
        <a:srgbClr val="F9D0C8"/>
      </a:lt2>
      <a:accent1>
        <a:srgbClr val="53A789"/>
      </a:accent1>
      <a:accent2>
        <a:srgbClr val="6BDD96"/>
      </a:accent2>
      <a:accent3>
        <a:srgbClr val="332B45"/>
      </a:accent3>
      <a:accent4>
        <a:srgbClr val="FFFFFF"/>
      </a:accent4>
      <a:accent5>
        <a:srgbClr val="FFFFFF"/>
      </a:accent5>
      <a:accent6>
        <a:srgbClr val="FFFFFF"/>
      </a:accent6>
      <a:hlink>
        <a:srgbClr val="4E49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6533</TotalTime>
  <Words>1115</Words>
  <Application>Microsoft Office PowerPoint</Application>
  <PresentationFormat>On-screen Show (16:9)</PresentationFormat>
  <Paragraphs>230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Montserrat</vt:lpstr>
      <vt:lpstr>Raleway</vt:lpstr>
      <vt:lpstr>Cambria Math</vt:lpstr>
      <vt:lpstr>Arial Rounded MT Bold</vt:lpstr>
      <vt:lpstr>Raleway Black</vt:lpstr>
      <vt:lpstr>Arial</vt:lpstr>
      <vt:lpstr>Rental Housing Marketing Plan by Slidesgo</vt:lpstr>
      <vt:lpstr>Data-Driven Analysis of Rental Housing Stress: Regina and Saskatoon</vt:lpstr>
      <vt:lpstr>Outline</vt:lpstr>
      <vt:lpstr>Problem Statement &amp; Motivation</vt:lpstr>
      <vt:lpstr>Data Sources</vt:lpstr>
      <vt:lpstr>Methodology</vt:lpstr>
      <vt:lpstr>Housing Stress Score Model</vt:lpstr>
      <vt:lpstr>Risk Classification Engine</vt:lpstr>
      <vt:lpstr>PowerPoint Presentation</vt:lpstr>
      <vt:lpstr>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RENTAL HOUSING MARKETING PLAN</dc:title>
  <cp:lastModifiedBy>Shubham Mineshkumar Gandhi</cp:lastModifiedBy>
  <cp:revision>230</cp:revision>
  <dcterms:modified xsi:type="dcterms:W3CDTF">2026-04-22T01:33:13Z</dcterms:modified>
</cp:coreProperties>
</file>